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6"/>
  </p:notesMasterIdLst>
  <p:sldIdLst>
    <p:sldId id="256" r:id="rId2"/>
    <p:sldId id="261" r:id="rId3"/>
    <p:sldId id="262" r:id="rId4"/>
    <p:sldId id="306" r:id="rId5"/>
    <p:sldId id="307" r:id="rId6"/>
    <p:sldId id="308" r:id="rId7"/>
    <p:sldId id="275" r:id="rId8"/>
    <p:sldId id="309" r:id="rId9"/>
    <p:sldId id="310" r:id="rId10"/>
    <p:sldId id="311" r:id="rId11"/>
    <p:sldId id="264" r:id="rId12"/>
    <p:sldId id="312" r:id="rId13"/>
    <p:sldId id="313" r:id="rId14"/>
    <p:sldId id="285" r:id="rId15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Montserrat ExtraBold" panose="00000900000000000000" pitchFamily="2" charset="0"/>
      <p:bold r:id="rId21"/>
      <p:boldItalic r:id="rId22"/>
    </p:embeddedFont>
    <p:embeddedFont>
      <p:font typeface="Montserrat ExtraLight" panose="000003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772AF3-A4C4-426F-999C-35CAD3FA9428}">
  <a:tblStyle styleId="{4A772AF3-A4C4-426F-999C-35CAD3FA94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>
      <p:cViewPr>
        <p:scale>
          <a:sx n="75" d="100"/>
          <a:sy n="75" d="100"/>
        </p:scale>
        <p:origin x="103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F80E5C45-1DE3-B1A7-9DE6-C615DF2C5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521597A2-A565-FBF9-0414-35A526FD29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BB93FA28-E46D-7825-540D-E62B8590C0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1679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B01B94D3-45F8-EA48-6717-6241FABD1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>
            <a:extLst>
              <a:ext uri="{FF2B5EF4-FFF2-40B4-BE49-F238E27FC236}">
                <a16:creationId xmlns:a16="http://schemas.microsoft.com/office/drawing/2014/main" id="{8E2F4987-C88E-BD61-97C1-6ED9F5323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>
            <a:extLst>
              <a:ext uri="{FF2B5EF4-FFF2-40B4-BE49-F238E27FC236}">
                <a16:creationId xmlns:a16="http://schemas.microsoft.com/office/drawing/2014/main" id="{FAA15264-982A-D287-A1C9-7D6B7DC607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6001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C02985AD-9695-3012-18EB-4FC74DEB1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B0CC5DCB-32FD-EB5B-B442-38FA03874A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83B37B22-3785-6F47-D725-832852FBBC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9699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7f9262ee2f_0_26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7f9262ee2f_0_26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0FD38324-FEF0-B8C1-9C10-8777F4636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292137D6-A00C-DA83-F96B-22D2CA216A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FA5FF2D1-7E0F-A855-2FEA-BD0623371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2730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9">
          <a:extLst>
            <a:ext uri="{FF2B5EF4-FFF2-40B4-BE49-F238E27FC236}">
              <a16:creationId xmlns:a16="http://schemas.microsoft.com/office/drawing/2014/main" id="{B9C6489D-C24A-33E4-9A5C-D86FB7307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7f9262ee2f_0_26342:notes">
            <a:extLst>
              <a:ext uri="{FF2B5EF4-FFF2-40B4-BE49-F238E27FC236}">
                <a16:creationId xmlns:a16="http://schemas.microsoft.com/office/drawing/2014/main" id="{EABC11FA-37A5-7506-C358-E0310B254B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7f9262ee2f_0_26342:notes">
            <a:extLst>
              <a:ext uri="{FF2B5EF4-FFF2-40B4-BE49-F238E27FC236}">
                <a16:creationId xmlns:a16="http://schemas.microsoft.com/office/drawing/2014/main" id="{72C3996D-089D-AFF4-5085-494D39F1A8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0622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B0BFB15C-C8D8-990C-407E-7C72039C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55BC2750-45E3-7665-46F3-65AFC207A6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473BBB74-C06C-D9E1-0528-F8BC7788E1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79121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f9262ee2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f9262ee2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F4B6DC33-E421-CEDE-7E06-8C06D878E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8F3A64A7-45FB-981B-7EC1-E2195A1215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25E6F44C-96B9-E044-7383-91EEBDF527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99559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841927C3-124C-D392-F916-15232EF54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f9262ee2f_0_18:notes">
            <a:extLst>
              <a:ext uri="{FF2B5EF4-FFF2-40B4-BE49-F238E27FC236}">
                <a16:creationId xmlns:a16="http://schemas.microsoft.com/office/drawing/2014/main" id="{50A85116-8D5A-436B-AE35-4558AD221A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f9262ee2f_0_18:notes">
            <a:extLst>
              <a:ext uri="{FF2B5EF4-FFF2-40B4-BE49-F238E27FC236}">
                <a16:creationId xmlns:a16="http://schemas.microsoft.com/office/drawing/2014/main" id="{F273B5C0-C0B1-4F5F-E330-F0894DE484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22156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g7f9262ee2f_0_26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0" name="Google Shape;2150;g7f9262ee2f_0_26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dist="28575" dir="636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subTitle" idx="1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title" idx="2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ubTitle" idx="3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title" idx="5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ubTitle" idx="6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body" idx="1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body" idx="2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title" idx="3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title" idx="4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>
            <a:spLocks noGrp="1"/>
          </p:cNvSpPr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32"/>
          <p:cNvSpPr txBox="1">
            <a:spLocks noGrp="1"/>
          </p:cNvSpPr>
          <p:nvPr>
            <p:ph type="subTitle" idx="1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8" r:id="rId5"/>
    <p:sldLayoutId id="2147483664" r:id="rId6"/>
    <p:sldLayoutId id="2147483670" r:id="rId7"/>
    <p:sldLayoutId id="214748367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Articula</a:t>
            </a:r>
            <a:endParaRPr dirty="0"/>
          </a:p>
        </p:txBody>
      </p:sp>
      <p:sp>
        <p:nvSpPr>
          <p:cNvPr id="163" name="Google Shape;163;p38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AI powered – DSA platform.</a:t>
            </a:r>
            <a:endParaRPr dirty="0"/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2044199" y="2424793"/>
            <a:ext cx="5055601" cy="1031675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dirty="0">
                <a:latin typeface="Montserrat ExtraLight"/>
                <a:ea typeface="Montserrat ExtraLight"/>
                <a:cs typeface="Montserrat ExtraLight"/>
                <a:sym typeface="Montserrat ExtraLight"/>
              </a:rPr>
              <a:t>Don’t just solve problems, articulate your solutions.</a:t>
            </a:r>
            <a:endParaRPr sz="2200" b="0" dirty="0"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cxnSp>
        <p:nvCxnSpPr>
          <p:cNvPr id="165" name="Google Shape;165;p38"/>
          <p:cNvCxnSpPr/>
          <p:nvPr/>
        </p:nvCxnSpPr>
        <p:spPr>
          <a:xfrm>
            <a:off x="3190500" y="256517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AC8022F-5C72-C1C8-192E-2F36AD629E78}"/>
              </a:ext>
            </a:extLst>
          </p:cNvPr>
          <p:cNvSpPr txBox="1"/>
          <p:nvPr/>
        </p:nvSpPr>
        <p:spPr>
          <a:xfrm>
            <a:off x="5716467" y="4109755"/>
            <a:ext cx="1251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- Dhruv Jain</a:t>
            </a:r>
            <a:endParaRPr lang="en-IN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</a:t>
            </a:r>
            <a:endParaRPr dirty="0"/>
          </a:p>
        </p:txBody>
      </p:sp>
      <p:sp>
        <p:nvSpPr>
          <p:cNvPr id="207" name="Google Shape;207;p43"/>
          <p:cNvSpPr txBox="1">
            <a:spLocks noGrp="1"/>
          </p:cNvSpPr>
          <p:nvPr>
            <p:ph type="title" idx="2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8" name="Google Shape;208;p43"/>
          <p:cNvSpPr txBox="1">
            <a:spLocks noGrp="1"/>
          </p:cNvSpPr>
          <p:nvPr>
            <p:ph type="subTitle" idx="1"/>
          </p:nvPr>
        </p:nvSpPr>
        <p:spPr>
          <a:xfrm>
            <a:off x="3762669" y="3720649"/>
            <a:ext cx="3952577" cy="5987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b="1" dirty="0">
                <a:solidFill>
                  <a:schemeClr val="bg1"/>
                </a:solidFill>
              </a:rPr>
              <a:t>DSA Platforms Test the Answer. Interviews Test the Candidate</a:t>
            </a:r>
            <a:r>
              <a:rPr lang="en-US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209" name="Google Shape;209;p43"/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title"/>
          </p:nvPr>
        </p:nvSpPr>
        <p:spPr>
          <a:xfrm>
            <a:off x="285356" y="414022"/>
            <a:ext cx="6327714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DSA Platforms Test the Answer Interviews Test the Candidate</a:t>
            </a:r>
            <a:r>
              <a:rPr lang="en-US" dirty="0"/>
              <a:t>.</a:t>
            </a:r>
            <a:br>
              <a:rPr lang="en-US" dirty="0"/>
            </a:br>
            <a:endParaRPr dirty="0">
              <a:solidFill>
                <a:schemeClr val="accent1"/>
              </a:solidFill>
            </a:endParaRPr>
          </a:p>
        </p:txBody>
      </p:sp>
      <p:sp>
        <p:nvSpPr>
          <p:cNvPr id="215" name="Google Shape;215;p44"/>
          <p:cNvSpPr txBox="1">
            <a:spLocks noGrp="1"/>
          </p:cNvSpPr>
          <p:nvPr>
            <p:ph type="body" idx="1"/>
          </p:nvPr>
        </p:nvSpPr>
        <p:spPr>
          <a:xfrm>
            <a:off x="212271" y="1417427"/>
            <a:ext cx="6400799" cy="35382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IN" dirty="0">
                <a:latin typeface="Montserrat" panose="00000500000000000000" pitchFamily="2" charset="0"/>
              </a:rPr>
              <a:t>Traditional coding platforms primarily answer:</a:t>
            </a:r>
            <a:br>
              <a:rPr lang="en-IN" dirty="0">
                <a:latin typeface="Montserrat" panose="00000500000000000000" pitchFamily="2" charset="0"/>
              </a:rPr>
            </a:br>
            <a:r>
              <a:rPr lang="en-IN" dirty="0">
                <a:latin typeface="Montserrat" panose="00000500000000000000" pitchFamily="2" charset="0"/>
              </a:rPr>
              <a:t> “</a:t>
            </a:r>
            <a:r>
              <a:rPr lang="en-IN" sz="1100" dirty="0">
                <a:latin typeface="Montserrat" panose="00000500000000000000" pitchFamily="2" charset="0"/>
              </a:rPr>
              <a:t> Did your code solve the problem?”</a:t>
            </a: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>
              <a:buNone/>
            </a:pPr>
            <a:r>
              <a:rPr lang="en-IN" dirty="0">
                <a:latin typeface="Montserrat" panose="00000500000000000000" pitchFamily="2" charset="0"/>
              </a:rPr>
              <a:t>But an actual technical interview also evaluates:</a:t>
            </a:r>
            <a:endParaRPr dirty="0"/>
          </a:p>
          <a:p>
            <a:pPr lvl="0">
              <a:spcBef>
                <a:spcPts val="1600"/>
              </a:spcBef>
            </a:pPr>
            <a:r>
              <a:rPr lang="en-IN" dirty="0">
                <a:latin typeface="Montserrat" panose="00000500000000000000" pitchFamily="2" charset="0"/>
              </a:rPr>
              <a:t>Can the candidate explain their approach?</a:t>
            </a:r>
          </a:p>
          <a:p>
            <a:pPr lvl="0">
              <a:spcBef>
                <a:spcPts val="1600"/>
              </a:spcBef>
            </a:pPr>
            <a:r>
              <a:rPr lang="en-IN" dirty="0">
                <a:latin typeface="Montserrat" panose="00000500000000000000" pitchFamily="2" charset="0"/>
              </a:rPr>
              <a:t>Can they identify edge cases?</a:t>
            </a:r>
          </a:p>
          <a:p>
            <a:pPr lvl="0">
              <a:spcBef>
                <a:spcPts val="1600"/>
              </a:spcBef>
            </a:pPr>
            <a:r>
              <a:rPr lang="en-IN" dirty="0">
                <a:latin typeface="Montserrat" panose="00000500000000000000" pitchFamily="2" charset="0"/>
              </a:rPr>
              <a:t>Can they communicate their thought process clearly?</a:t>
            </a:r>
          </a:p>
          <a:p>
            <a:pPr marL="139700" lvl="0" indent="0">
              <a:spcBef>
                <a:spcPts val="1600"/>
              </a:spcBef>
              <a:buNone/>
            </a:pPr>
            <a:endParaRPr dirty="0"/>
          </a:p>
          <a:p>
            <a:pPr marL="139700" indent="0">
              <a:buNone/>
            </a:pPr>
            <a:r>
              <a:rPr lang="en-IN" b="1" dirty="0"/>
              <a:t>Key Gap</a:t>
            </a:r>
          </a:p>
          <a:p>
            <a:pPr marL="139700" indent="0">
              <a:buNone/>
            </a:pPr>
            <a:r>
              <a:rPr lang="en-IN" b="1" dirty="0"/>
              <a:t>Code correctness ≠ Interview readiness</a:t>
            </a:r>
            <a:endParaRPr lang="en-IN" dirty="0"/>
          </a:p>
          <a:p>
            <a:pPr marL="139700" indent="0">
              <a:buNone/>
            </a:pPr>
            <a:r>
              <a:rPr lang="en-IN" dirty="0"/>
              <a:t>Our platform bridges this gap by combining </a:t>
            </a:r>
            <a:r>
              <a:rPr lang="en-IN" b="1" dirty="0"/>
              <a:t>coding + voice + AI evaluation + adaptive interviewing</a:t>
            </a:r>
            <a:r>
              <a:rPr lang="en-IN" dirty="0"/>
              <a:t> into one workflow.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cxnSp>
        <p:nvCxnSpPr>
          <p:cNvPr id="216" name="Google Shape;216;p4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C1867C0D-3894-C09B-A1C1-CF5D0AF1B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FF17BAA0-403E-233F-3D42-BEE0494E61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2669" y="3177750"/>
            <a:ext cx="3405561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Architecture</a:t>
            </a:r>
            <a:endParaRPr dirty="0"/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3CFF243A-5601-211B-C77E-1EF2976993F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08" name="Google Shape;208;p43">
            <a:extLst>
              <a:ext uri="{FF2B5EF4-FFF2-40B4-BE49-F238E27FC236}">
                <a16:creationId xmlns:a16="http://schemas.microsoft.com/office/drawing/2014/main" id="{3164830A-92D7-FF93-D63A-571B6EB4FD8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62669" y="3720649"/>
            <a:ext cx="3952577" cy="5987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b="1" dirty="0">
                <a:solidFill>
                  <a:schemeClr val="bg1"/>
                </a:solidFill>
              </a:rPr>
              <a:t>Proposed Pipeline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F5F06677-128B-3972-B4A6-88C4E48A0759}"/>
              </a:ext>
            </a:extLst>
          </p:cNvPr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310270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123776E9-BFDA-98B8-AE13-8B4F85A43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214;p44">
            <a:extLst>
              <a:ext uri="{FF2B5EF4-FFF2-40B4-BE49-F238E27FC236}">
                <a16:creationId xmlns:a16="http://schemas.microsoft.com/office/drawing/2014/main" id="{E00E29C1-64BD-2CC4-632F-8DD2CE1A0C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99807" y="167369"/>
            <a:ext cx="3723308" cy="5575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Architecture Choices</a:t>
            </a:r>
            <a:br>
              <a:rPr lang="en-US" dirty="0"/>
            </a:br>
            <a:endParaRPr dirty="0">
              <a:solidFill>
                <a:schemeClr val="accent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4EEBB8A-1778-CDDC-5E31-CB1859657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25" y="615042"/>
            <a:ext cx="6682468" cy="445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699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F0DF4DF6-ED4E-16B9-2298-124CEF0F3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DDDCF2BA-3376-8C28-FD99-97601789F2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2669" y="3177750"/>
            <a:ext cx="3405561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Solution</a:t>
            </a:r>
            <a:endParaRPr dirty="0"/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5EC5CB8D-CDA8-2622-ABE4-D327830E2E0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08" name="Google Shape;208;p43">
            <a:extLst>
              <a:ext uri="{FF2B5EF4-FFF2-40B4-BE49-F238E27FC236}">
                <a16:creationId xmlns:a16="http://schemas.microsoft.com/office/drawing/2014/main" id="{FD4A75E4-9429-0487-8640-D00EC9037A2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62669" y="3720649"/>
            <a:ext cx="3952577" cy="5987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N" dirty="0"/>
              <a:t>An AI Interview Simulator for DSA Preparation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48AB25CA-76FF-6051-77C5-9C1950DC4F7A}"/>
              </a:ext>
            </a:extLst>
          </p:cNvPr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932276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57"/>
          <p:cNvSpPr txBox="1">
            <a:spLocks noGrp="1"/>
          </p:cNvSpPr>
          <p:nvPr>
            <p:ph type="title"/>
          </p:nvPr>
        </p:nvSpPr>
        <p:spPr>
          <a:xfrm>
            <a:off x="399658" y="350001"/>
            <a:ext cx="4964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An AI Interview Simulator for DSA Preparation</a:t>
            </a:r>
            <a:endParaRPr dirty="0"/>
          </a:p>
        </p:txBody>
      </p:sp>
      <p:sp>
        <p:nvSpPr>
          <p:cNvPr id="1994" name="Google Shape;1994;p57"/>
          <p:cNvSpPr txBox="1">
            <a:spLocks noGrp="1"/>
          </p:cNvSpPr>
          <p:nvPr>
            <p:ph type="body" idx="1"/>
          </p:nvPr>
        </p:nvSpPr>
        <p:spPr>
          <a:xfrm>
            <a:off x="975193" y="1955125"/>
            <a:ext cx="3258900" cy="28383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/>
              <a:t>Select Problem</a:t>
            </a:r>
            <a:br>
              <a:rPr lang="en-IN" dirty="0"/>
            </a:br>
            <a:r>
              <a:rPr lang="en-IN" dirty="0"/>
              <a:t>Choose topic and difficulty.</a:t>
            </a:r>
            <a:endParaRPr dirty="0"/>
          </a:p>
          <a:p>
            <a:pPr lvl="0">
              <a:spcBef>
                <a:spcPts val="1000"/>
              </a:spcBef>
              <a:spcAft>
                <a:spcPts val="1000"/>
              </a:spcAft>
            </a:pPr>
            <a:r>
              <a:rPr lang="en-IN" b="1" dirty="0"/>
              <a:t>Solve</a:t>
            </a:r>
            <a:br>
              <a:rPr lang="en-IN" dirty="0"/>
            </a:br>
            <a:r>
              <a:rPr lang="en-IN" dirty="0"/>
              <a:t>Write the solution in an in-browser code editor.</a:t>
            </a:r>
          </a:p>
          <a:p>
            <a:pPr lvl="0">
              <a:spcBef>
                <a:spcPts val="1000"/>
              </a:spcBef>
              <a:spcAft>
                <a:spcPts val="1000"/>
              </a:spcAft>
            </a:pPr>
            <a:r>
              <a:rPr lang="en-IN" b="1" dirty="0"/>
              <a:t> Explain</a:t>
            </a:r>
            <a:br>
              <a:rPr lang="en-IN" dirty="0"/>
            </a:br>
            <a:r>
              <a:rPr lang="en-IN" dirty="0"/>
              <a:t>Verbally explain approach, complexity, edge cases and optimizations.</a:t>
            </a:r>
            <a:endParaRPr dirty="0"/>
          </a:p>
        </p:txBody>
      </p:sp>
      <p:sp>
        <p:nvSpPr>
          <p:cNvPr id="1995" name="Google Shape;1995;p57"/>
          <p:cNvSpPr txBox="1">
            <a:spLocks noGrp="1"/>
          </p:cNvSpPr>
          <p:nvPr>
            <p:ph type="body" idx="2"/>
          </p:nvPr>
        </p:nvSpPr>
        <p:spPr>
          <a:xfrm>
            <a:off x="4641195" y="1955125"/>
            <a:ext cx="3792512" cy="26903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b="1" dirty="0"/>
              <a:t> Evaluate</a:t>
            </a:r>
            <a:br>
              <a:rPr lang="en-IN" dirty="0"/>
            </a:br>
            <a:r>
              <a:rPr lang="en-IN" dirty="0"/>
              <a:t>AI </a:t>
            </a:r>
            <a:r>
              <a:rPr lang="en-IN" dirty="0" err="1"/>
              <a:t>analyzes</a:t>
            </a:r>
            <a:r>
              <a:rPr lang="en-IN" dirty="0"/>
              <a:t> both the solution and explanation.</a:t>
            </a:r>
          </a:p>
          <a:p>
            <a:pPr marL="139700" indent="0">
              <a:buNone/>
            </a:pPr>
            <a:endParaRPr lang="en-IN" dirty="0"/>
          </a:p>
          <a:p>
            <a:r>
              <a:rPr lang="en-IN" b="1" dirty="0"/>
              <a:t>Receive Feedback</a:t>
            </a:r>
            <a:br>
              <a:rPr lang="en-IN" dirty="0"/>
            </a:br>
            <a:r>
              <a:rPr lang="en-IN" dirty="0"/>
              <a:t>Get recruiter-style insights and improvement suggestions.</a:t>
            </a:r>
          </a:p>
          <a:p>
            <a:pPr marL="139700" indent="0">
              <a:buNone/>
            </a:pPr>
            <a:endParaRPr lang="en-IN" dirty="0"/>
          </a:p>
          <a:p>
            <a:r>
              <a:rPr lang="en-IN" b="1" dirty="0"/>
              <a:t> Track Progress</a:t>
            </a:r>
            <a:br>
              <a:rPr lang="en-IN" dirty="0"/>
            </a:br>
            <a:r>
              <a:rPr lang="en-IN" dirty="0"/>
              <a:t>Store interview history and performance data.</a:t>
            </a:r>
          </a:p>
        </p:txBody>
      </p:sp>
      <p:sp>
        <p:nvSpPr>
          <p:cNvPr id="1996" name="Google Shape;1996;p57"/>
          <p:cNvSpPr txBox="1">
            <a:spLocks noGrp="1"/>
          </p:cNvSpPr>
          <p:nvPr>
            <p:ph type="title" idx="3"/>
          </p:nvPr>
        </p:nvSpPr>
        <p:spPr>
          <a:xfrm>
            <a:off x="1252558" y="1291401"/>
            <a:ext cx="2258085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Candidate Flow</a:t>
            </a:r>
            <a:endParaRPr dirty="0"/>
          </a:p>
        </p:txBody>
      </p:sp>
      <p:cxnSp>
        <p:nvCxnSpPr>
          <p:cNvPr id="1998" name="Google Shape;1998;p57"/>
          <p:cNvCxnSpPr/>
          <p:nvPr/>
        </p:nvCxnSpPr>
        <p:spPr>
          <a:xfrm>
            <a:off x="340400" y="201750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BC5B1EC3-53E1-BA63-6410-850C02F72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627D81F2-3851-CFF6-D46E-431FE868AD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2669" y="3177750"/>
            <a:ext cx="3405561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Testing</a:t>
            </a:r>
            <a:endParaRPr dirty="0"/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69220DB5-8ADD-1402-B8AD-B3234889CC3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08" name="Google Shape;208;p43">
            <a:extLst>
              <a:ext uri="{FF2B5EF4-FFF2-40B4-BE49-F238E27FC236}">
                <a16:creationId xmlns:a16="http://schemas.microsoft.com/office/drawing/2014/main" id="{96C629FE-F5DC-BBE3-634C-091F7024265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62669" y="3720649"/>
            <a:ext cx="3952577" cy="5987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N" dirty="0"/>
              <a:t>Critical Test Scenarios</a:t>
            </a:r>
          </a:p>
          <a:p>
            <a:pPr marL="0" indent="0"/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91D88EBE-6ED6-D2FE-E49E-7068AA918470}"/>
              </a:ext>
            </a:extLst>
          </p:cNvPr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038219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2">
          <a:extLst>
            <a:ext uri="{FF2B5EF4-FFF2-40B4-BE49-F238E27FC236}">
              <a16:creationId xmlns:a16="http://schemas.microsoft.com/office/drawing/2014/main" id="{CFA67D81-9A63-9849-5D70-37F72C341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57">
            <a:extLst>
              <a:ext uri="{FF2B5EF4-FFF2-40B4-BE49-F238E27FC236}">
                <a16:creationId xmlns:a16="http://schemas.microsoft.com/office/drawing/2014/main" id="{D9A4179D-4837-E8C1-FC0D-2B830D746A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1050" y="282624"/>
            <a:ext cx="4964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</a:t>
            </a:r>
            <a:r>
              <a:rPr lang="en-IN" dirty="0" err="1"/>
              <a:t>ritical</a:t>
            </a:r>
            <a:r>
              <a:rPr lang="en-IN" dirty="0"/>
              <a:t> Testing Scenarios</a:t>
            </a:r>
            <a:endParaRPr dirty="0"/>
          </a:p>
        </p:txBody>
      </p:sp>
      <p:cxnSp>
        <p:nvCxnSpPr>
          <p:cNvPr id="1998" name="Google Shape;1998;p57">
            <a:extLst>
              <a:ext uri="{FF2B5EF4-FFF2-40B4-BE49-F238E27FC236}">
                <a16:creationId xmlns:a16="http://schemas.microsoft.com/office/drawing/2014/main" id="{A9F00112-8910-90E6-56C8-6ED6C23B8306}"/>
              </a:ext>
            </a:extLst>
          </p:cNvPr>
          <p:cNvCxnSpPr/>
          <p:nvPr/>
        </p:nvCxnSpPr>
        <p:spPr>
          <a:xfrm>
            <a:off x="340400" y="201750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8701133-BA1F-7565-88A4-3ED0C7832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55" y="820701"/>
            <a:ext cx="6292817" cy="419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355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C71EF436-B010-073C-55F2-B8BE880C0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8EB8E249-FA90-9763-887A-2524B46032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2669" y="3177750"/>
            <a:ext cx="3405561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Agentic AI</a:t>
            </a:r>
            <a:endParaRPr dirty="0"/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566FE2E1-ED6D-329B-661E-B0A0D6D3A0A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08" name="Google Shape;208;p43">
            <a:extLst>
              <a:ext uri="{FF2B5EF4-FFF2-40B4-BE49-F238E27FC236}">
                <a16:creationId xmlns:a16="http://schemas.microsoft.com/office/drawing/2014/main" id="{7E027AB4-3460-D0FA-A2E0-47DF1D7D111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62669" y="3720649"/>
            <a:ext cx="3952577" cy="5987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N" dirty="0"/>
              <a:t>Adaptive AI agent</a:t>
            </a:r>
          </a:p>
          <a:p>
            <a:pPr marL="0" indent="0"/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F499FA3F-1B15-2085-C691-D4834B78334E}"/>
              </a:ext>
            </a:extLst>
          </p:cNvPr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355351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46"/>
          <p:cNvGrpSpPr/>
          <p:nvPr/>
        </p:nvGrpSpPr>
        <p:grpSpPr>
          <a:xfrm>
            <a:off x="4408944" y="2017503"/>
            <a:ext cx="326106" cy="423908"/>
            <a:chOff x="3990517" y="3354173"/>
            <a:chExt cx="279559" cy="363402"/>
          </a:xfrm>
        </p:grpSpPr>
        <p:sp>
          <p:nvSpPr>
            <p:cNvPr id="249" name="Google Shape;249;p46"/>
            <p:cNvSpPr/>
            <p:nvPr/>
          </p:nvSpPr>
          <p:spPr>
            <a:xfrm>
              <a:off x="3990517" y="3354173"/>
              <a:ext cx="279559" cy="363402"/>
            </a:xfrm>
            <a:custGeom>
              <a:avLst/>
              <a:gdLst/>
              <a:ahLst/>
              <a:cxnLst/>
              <a:rect l="l" t="t" r="r" b="b"/>
              <a:pathLst>
                <a:path w="8776" h="11408" extrusionOk="0">
                  <a:moveTo>
                    <a:pt x="6322" y="346"/>
                  </a:moveTo>
                  <a:lnTo>
                    <a:pt x="6322" y="715"/>
                  </a:lnTo>
                  <a:lnTo>
                    <a:pt x="5537" y="715"/>
                  </a:lnTo>
                  <a:lnTo>
                    <a:pt x="5537" y="346"/>
                  </a:lnTo>
                  <a:close/>
                  <a:moveTo>
                    <a:pt x="6692" y="1049"/>
                  </a:moveTo>
                  <a:lnTo>
                    <a:pt x="6692" y="5121"/>
                  </a:lnTo>
                  <a:lnTo>
                    <a:pt x="5179" y="5121"/>
                  </a:lnTo>
                  <a:lnTo>
                    <a:pt x="5179" y="1049"/>
                  </a:lnTo>
                  <a:close/>
                  <a:moveTo>
                    <a:pt x="5763" y="5466"/>
                  </a:moveTo>
                  <a:lnTo>
                    <a:pt x="5763" y="6014"/>
                  </a:lnTo>
                  <a:lnTo>
                    <a:pt x="5465" y="6014"/>
                  </a:lnTo>
                  <a:lnTo>
                    <a:pt x="5465" y="5466"/>
                  </a:lnTo>
                  <a:close/>
                  <a:moveTo>
                    <a:pt x="6394" y="5466"/>
                  </a:moveTo>
                  <a:lnTo>
                    <a:pt x="6394" y="6633"/>
                  </a:lnTo>
                  <a:lnTo>
                    <a:pt x="6096" y="6633"/>
                  </a:lnTo>
                  <a:lnTo>
                    <a:pt x="6096" y="5466"/>
                  </a:lnTo>
                  <a:close/>
                  <a:moveTo>
                    <a:pt x="6953" y="8038"/>
                  </a:moveTo>
                  <a:cubicBezTo>
                    <a:pt x="7168" y="8038"/>
                    <a:pt x="7346" y="8216"/>
                    <a:pt x="7346" y="8443"/>
                  </a:cubicBezTo>
                  <a:cubicBezTo>
                    <a:pt x="7346" y="8669"/>
                    <a:pt x="7168" y="8847"/>
                    <a:pt x="6953" y="8847"/>
                  </a:cubicBezTo>
                  <a:lnTo>
                    <a:pt x="4584" y="8847"/>
                  </a:lnTo>
                  <a:lnTo>
                    <a:pt x="4584" y="8038"/>
                  </a:lnTo>
                  <a:close/>
                  <a:moveTo>
                    <a:pt x="6549" y="9193"/>
                  </a:moveTo>
                  <a:cubicBezTo>
                    <a:pt x="6537" y="9502"/>
                    <a:pt x="6275" y="9740"/>
                    <a:pt x="5965" y="9740"/>
                  </a:cubicBezTo>
                  <a:lnTo>
                    <a:pt x="4584" y="9740"/>
                  </a:lnTo>
                  <a:lnTo>
                    <a:pt x="4584" y="9193"/>
                  </a:lnTo>
                  <a:close/>
                  <a:moveTo>
                    <a:pt x="5882" y="10086"/>
                  </a:moveTo>
                  <a:lnTo>
                    <a:pt x="5882" y="10359"/>
                  </a:lnTo>
                  <a:lnTo>
                    <a:pt x="4584" y="10359"/>
                  </a:lnTo>
                  <a:lnTo>
                    <a:pt x="4584" y="10086"/>
                  </a:lnTo>
                  <a:close/>
                  <a:moveTo>
                    <a:pt x="4953" y="1"/>
                  </a:moveTo>
                  <a:cubicBezTo>
                    <a:pt x="4870" y="1"/>
                    <a:pt x="4787" y="72"/>
                    <a:pt x="4787" y="168"/>
                  </a:cubicBezTo>
                  <a:cubicBezTo>
                    <a:pt x="4787" y="263"/>
                    <a:pt x="4870" y="334"/>
                    <a:pt x="4953" y="334"/>
                  </a:cubicBezTo>
                  <a:lnTo>
                    <a:pt x="5144" y="334"/>
                  </a:lnTo>
                  <a:lnTo>
                    <a:pt x="5144" y="703"/>
                  </a:lnTo>
                  <a:lnTo>
                    <a:pt x="4953" y="703"/>
                  </a:lnTo>
                  <a:cubicBezTo>
                    <a:pt x="4870" y="703"/>
                    <a:pt x="4787" y="775"/>
                    <a:pt x="4787" y="870"/>
                  </a:cubicBezTo>
                  <a:lnTo>
                    <a:pt x="4787" y="1334"/>
                  </a:lnTo>
                  <a:lnTo>
                    <a:pt x="4370" y="1334"/>
                  </a:lnTo>
                  <a:cubicBezTo>
                    <a:pt x="3644" y="1334"/>
                    <a:pt x="2929" y="1513"/>
                    <a:pt x="2310" y="1846"/>
                  </a:cubicBezTo>
                  <a:cubicBezTo>
                    <a:pt x="2215" y="1894"/>
                    <a:pt x="2191" y="2001"/>
                    <a:pt x="2227" y="2073"/>
                  </a:cubicBezTo>
                  <a:cubicBezTo>
                    <a:pt x="2262" y="2132"/>
                    <a:pt x="2322" y="2168"/>
                    <a:pt x="2381" y="2168"/>
                  </a:cubicBezTo>
                  <a:cubicBezTo>
                    <a:pt x="2405" y="2168"/>
                    <a:pt x="2441" y="2168"/>
                    <a:pt x="2453" y="2144"/>
                  </a:cubicBezTo>
                  <a:cubicBezTo>
                    <a:pt x="3036" y="1835"/>
                    <a:pt x="3691" y="1668"/>
                    <a:pt x="4358" y="1668"/>
                  </a:cubicBezTo>
                  <a:lnTo>
                    <a:pt x="4775" y="1668"/>
                  </a:lnTo>
                  <a:lnTo>
                    <a:pt x="4775" y="3382"/>
                  </a:lnTo>
                  <a:lnTo>
                    <a:pt x="4358" y="3382"/>
                  </a:lnTo>
                  <a:cubicBezTo>
                    <a:pt x="3060" y="3382"/>
                    <a:pt x="2024" y="4430"/>
                    <a:pt x="2024" y="5716"/>
                  </a:cubicBezTo>
                  <a:cubicBezTo>
                    <a:pt x="2024" y="6954"/>
                    <a:pt x="2977" y="7966"/>
                    <a:pt x="4191" y="8038"/>
                  </a:cubicBezTo>
                  <a:lnTo>
                    <a:pt x="4191" y="9740"/>
                  </a:lnTo>
                  <a:cubicBezTo>
                    <a:pt x="2048" y="9645"/>
                    <a:pt x="346" y="7883"/>
                    <a:pt x="346" y="5716"/>
                  </a:cubicBezTo>
                  <a:cubicBezTo>
                    <a:pt x="346" y="4454"/>
                    <a:pt x="917" y="3299"/>
                    <a:pt x="1917" y="2525"/>
                  </a:cubicBezTo>
                  <a:cubicBezTo>
                    <a:pt x="1989" y="2466"/>
                    <a:pt x="2012" y="2358"/>
                    <a:pt x="1953" y="2287"/>
                  </a:cubicBezTo>
                  <a:cubicBezTo>
                    <a:pt x="1918" y="2238"/>
                    <a:pt x="1867" y="2214"/>
                    <a:pt x="1817" y="2214"/>
                  </a:cubicBezTo>
                  <a:cubicBezTo>
                    <a:pt x="1780" y="2214"/>
                    <a:pt x="1744" y="2226"/>
                    <a:pt x="1715" y="2251"/>
                  </a:cubicBezTo>
                  <a:cubicBezTo>
                    <a:pt x="1191" y="2656"/>
                    <a:pt x="762" y="3180"/>
                    <a:pt x="465" y="3751"/>
                  </a:cubicBezTo>
                  <a:cubicBezTo>
                    <a:pt x="143" y="4371"/>
                    <a:pt x="0" y="5037"/>
                    <a:pt x="0" y="5716"/>
                  </a:cubicBezTo>
                  <a:cubicBezTo>
                    <a:pt x="0" y="8073"/>
                    <a:pt x="1858" y="9990"/>
                    <a:pt x="4191" y="10086"/>
                  </a:cubicBezTo>
                  <a:lnTo>
                    <a:pt x="4191" y="10359"/>
                  </a:lnTo>
                  <a:lnTo>
                    <a:pt x="2036" y="10359"/>
                  </a:lnTo>
                  <a:cubicBezTo>
                    <a:pt x="1739" y="10359"/>
                    <a:pt x="1512" y="10598"/>
                    <a:pt x="1512" y="10883"/>
                  </a:cubicBezTo>
                  <a:cubicBezTo>
                    <a:pt x="1512" y="11181"/>
                    <a:pt x="1750" y="11407"/>
                    <a:pt x="2036" y="11407"/>
                  </a:cubicBezTo>
                  <a:lnTo>
                    <a:pt x="8263" y="11407"/>
                  </a:lnTo>
                  <a:cubicBezTo>
                    <a:pt x="8561" y="11407"/>
                    <a:pt x="8775" y="11169"/>
                    <a:pt x="8775" y="10883"/>
                  </a:cubicBezTo>
                  <a:cubicBezTo>
                    <a:pt x="8775" y="10598"/>
                    <a:pt x="8537" y="10359"/>
                    <a:pt x="8263" y="10359"/>
                  </a:cubicBezTo>
                  <a:lnTo>
                    <a:pt x="7465" y="10359"/>
                  </a:lnTo>
                  <a:cubicBezTo>
                    <a:pt x="7382" y="10359"/>
                    <a:pt x="7311" y="10443"/>
                    <a:pt x="7311" y="10526"/>
                  </a:cubicBezTo>
                  <a:cubicBezTo>
                    <a:pt x="7311" y="10621"/>
                    <a:pt x="7382" y="10693"/>
                    <a:pt x="7465" y="10693"/>
                  </a:cubicBezTo>
                  <a:lnTo>
                    <a:pt x="8263" y="10693"/>
                  </a:lnTo>
                  <a:cubicBezTo>
                    <a:pt x="8358" y="10693"/>
                    <a:pt x="8454" y="10776"/>
                    <a:pt x="8454" y="10883"/>
                  </a:cubicBezTo>
                  <a:cubicBezTo>
                    <a:pt x="8454" y="10990"/>
                    <a:pt x="8358" y="11074"/>
                    <a:pt x="8263" y="11074"/>
                  </a:cubicBezTo>
                  <a:lnTo>
                    <a:pt x="2084" y="11074"/>
                  </a:lnTo>
                  <a:cubicBezTo>
                    <a:pt x="1977" y="11074"/>
                    <a:pt x="1893" y="10990"/>
                    <a:pt x="1893" y="10883"/>
                  </a:cubicBezTo>
                  <a:cubicBezTo>
                    <a:pt x="1893" y="10776"/>
                    <a:pt x="1977" y="10693"/>
                    <a:pt x="2084" y="10693"/>
                  </a:cubicBezTo>
                  <a:lnTo>
                    <a:pt x="6787" y="10693"/>
                  </a:lnTo>
                  <a:cubicBezTo>
                    <a:pt x="6870" y="10693"/>
                    <a:pt x="6953" y="10621"/>
                    <a:pt x="6953" y="10526"/>
                  </a:cubicBezTo>
                  <a:cubicBezTo>
                    <a:pt x="6953" y="10443"/>
                    <a:pt x="6870" y="10359"/>
                    <a:pt x="6787" y="10359"/>
                  </a:cubicBezTo>
                  <a:lnTo>
                    <a:pt x="6203" y="10359"/>
                  </a:lnTo>
                  <a:lnTo>
                    <a:pt x="6203" y="10050"/>
                  </a:lnTo>
                  <a:cubicBezTo>
                    <a:pt x="6596" y="9943"/>
                    <a:pt x="6870" y="9609"/>
                    <a:pt x="6870" y="9193"/>
                  </a:cubicBezTo>
                  <a:lnTo>
                    <a:pt x="6930" y="9193"/>
                  </a:lnTo>
                  <a:cubicBezTo>
                    <a:pt x="7334" y="9193"/>
                    <a:pt x="7680" y="8859"/>
                    <a:pt x="7680" y="8443"/>
                  </a:cubicBezTo>
                  <a:cubicBezTo>
                    <a:pt x="7680" y="8038"/>
                    <a:pt x="7346" y="7704"/>
                    <a:pt x="6930" y="7704"/>
                  </a:cubicBezTo>
                  <a:lnTo>
                    <a:pt x="4406" y="7704"/>
                  </a:lnTo>
                  <a:cubicBezTo>
                    <a:pt x="3298" y="7704"/>
                    <a:pt x="2405" y="6811"/>
                    <a:pt x="2405" y="5704"/>
                  </a:cubicBezTo>
                  <a:cubicBezTo>
                    <a:pt x="2405" y="4609"/>
                    <a:pt x="3298" y="3716"/>
                    <a:pt x="4406" y="3716"/>
                  </a:cubicBezTo>
                  <a:lnTo>
                    <a:pt x="4822" y="3716"/>
                  </a:lnTo>
                  <a:lnTo>
                    <a:pt x="4822" y="5287"/>
                  </a:lnTo>
                  <a:cubicBezTo>
                    <a:pt x="4822" y="5383"/>
                    <a:pt x="4894" y="5454"/>
                    <a:pt x="4989" y="5454"/>
                  </a:cubicBezTo>
                  <a:lnTo>
                    <a:pt x="5108" y="5454"/>
                  </a:lnTo>
                  <a:lnTo>
                    <a:pt x="5108" y="6180"/>
                  </a:lnTo>
                  <a:cubicBezTo>
                    <a:pt x="5108" y="6276"/>
                    <a:pt x="5179" y="6347"/>
                    <a:pt x="5263" y="6347"/>
                  </a:cubicBezTo>
                  <a:lnTo>
                    <a:pt x="5727" y="6347"/>
                  </a:lnTo>
                  <a:lnTo>
                    <a:pt x="5727" y="6788"/>
                  </a:lnTo>
                  <a:cubicBezTo>
                    <a:pt x="5727" y="6883"/>
                    <a:pt x="5799" y="6954"/>
                    <a:pt x="5894" y="6954"/>
                  </a:cubicBezTo>
                  <a:lnTo>
                    <a:pt x="6537" y="6954"/>
                  </a:lnTo>
                  <a:cubicBezTo>
                    <a:pt x="6620" y="6954"/>
                    <a:pt x="6692" y="6883"/>
                    <a:pt x="6692" y="6788"/>
                  </a:cubicBezTo>
                  <a:lnTo>
                    <a:pt x="6692" y="5454"/>
                  </a:lnTo>
                  <a:lnTo>
                    <a:pt x="6811" y="5454"/>
                  </a:lnTo>
                  <a:cubicBezTo>
                    <a:pt x="6906" y="5454"/>
                    <a:pt x="6977" y="5383"/>
                    <a:pt x="6977" y="5287"/>
                  </a:cubicBezTo>
                  <a:lnTo>
                    <a:pt x="6977" y="870"/>
                  </a:lnTo>
                  <a:cubicBezTo>
                    <a:pt x="6977" y="775"/>
                    <a:pt x="6906" y="703"/>
                    <a:pt x="6811" y="703"/>
                  </a:cubicBezTo>
                  <a:lnTo>
                    <a:pt x="6620" y="703"/>
                  </a:lnTo>
                  <a:lnTo>
                    <a:pt x="6620" y="334"/>
                  </a:lnTo>
                  <a:lnTo>
                    <a:pt x="6811" y="334"/>
                  </a:lnTo>
                  <a:cubicBezTo>
                    <a:pt x="6906" y="334"/>
                    <a:pt x="6977" y="263"/>
                    <a:pt x="6977" y="168"/>
                  </a:cubicBezTo>
                  <a:cubicBezTo>
                    <a:pt x="6977" y="72"/>
                    <a:pt x="6906" y="1"/>
                    <a:pt x="6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6"/>
            <p:cNvSpPr/>
            <p:nvPr/>
          </p:nvSpPr>
          <p:spPr>
            <a:xfrm>
              <a:off x="4102009" y="3418680"/>
              <a:ext cx="36824" cy="37175"/>
            </a:xfrm>
            <a:custGeom>
              <a:avLst/>
              <a:gdLst/>
              <a:ahLst/>
              <a:cxnLst/>
              <a:rect l="l" t="t" r="r" b="b"/>
              <a:pathLst>
                <a:path w="1156" h="1167" extrusionOk="0">
                  <a:moveTo>
                    <a:pt x="572" y="345"/>
                  </a:moveTo>
                  <a:cubicBezTo>
                    <a:pt x="715" y="345"/>
                    <a:pt x="810" y="452"/>
                    <a:pt x="810" y="583"/>
                  </a:cubicBezTo>
                  <a:cubicBezTo>
                    <a:pt x="810" y="714"/>
                    <a:pt x="715" y="822"/>
                    <a:pt x="572" y="822"/>
                  </a:cubicBezTo>
                  <a:cubicBezTo>
                    <a:pt x="441" y="822"/>
                    <a:pt x="334" y="714"/>
                    <a:pt x="334" y="583"/>
                  </a:cubicBezTo>
                  <a:cubicBezTo>
                    <a:pt x="334" y="452"/>
                    <a:pt x="441" y="345"/>
                    <a:pt x="572" y="345"/>
                  </a:cubicBezTo>
                  <a:close/>
                  <a:moveTo>
                    <a:pt x="572" y="0"/>
                  </a:moveTo>
                  <a:cubicBezTo>
                    <a:pt x="263" y="0"/>
                    <a:pt x="1" y="262"/>
                    <a:pt x="1" y="583"/>
                  </a:cubicBezTo>
                  <a:cubicBezTo>
                    <a:pt x="1" y="893"/>
                    <a:pt x="251" y="1167"/>
                    <a:pt x="572" y="1167"/>
                  </a:cubicBezTo>
                  <a:cubicBezTo>
                    <a:pt x="894" y="1167"/>
                    <a:pt x="1156" y="893"/>
                    <a:pt x="1156" y="583"/>
                  </a:cubicBezTo>
                  <a:cubicBezTo>
                    <a:pt x="1156" y="274"/>
                    <a:pt x="906" y="0"/>
                    <a:pt x="5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6"/>
            <p:cNvSpPr/>
            <p:nvPr/>
          </p:nvSpPr>
          <p:spPr>
            <a:xfrm>
              <a:off x="4083820" y="3615129"/>
              <a:ext cx="37175" cy="36824"/>
            </a:xfrm>
            <a:custGeom>
              <a:avLst/>
              <a:gdLst/>
              <a:ahLst/>
              <a:cxnLst/>
              <a:rect l="l" t="t" r="r" b="b"/>
              <a:pathLst>
                <a:path w="1167" h="1156" extrusionOk="0">
                  <a:moveTo>
                    <a:pt x="584" y="346"/>
                  </a:moveTo>
                  <a:cubicBezTo>
                    <a:pt x="715" y="346"/>
                    <a:pt x="822" y="441"/>
                    <a:pt x="822" y="584"/>
                  </a:cubicBezTo>
                  <a:cubicBezTo>
                    <a:pt x="822" y="715"/>
                    <a:pt x="715" y="822"/>
                    <a:pt x="584" y="822"/>
                  </a:cubicBezTo>
                  <a:cubicBezTo>
                    <a:pt x="453" y="822"/>
                    <a:pt x="345" y="715"/>
                    <a:pt x="345" y="584"/>
                  </a:cubicBezTo>
                  <a:cubicBezTo>
                    <a:pt x="345" y="441"/>
                    <a:pt x="453" y="346"/>
                    <a:pt x="584" y="346"/>
                  </a:cubicBezTo>
                  <a:close/>
                  <a:moveTo>
                    <a:pt x="584" y="0"/>
                  </a:moveTo>
                  <a:cubicBezTo>
                    <a:pt x="274" y="0"/>
                    <a:pt x="0" y="251"/>
                    <a:pt x="0" y="584"/>
                  </a:cubicBezTo>
                  <a:cubicBezTo>
                    <a:pt x="0" y="905"/>
                    <a:pt x="250" y="1155"/>
                    <a:pt x="584" y="1155"/>
                  </a:cubicBezTo>
                  <a:cubicBezTo>
                    <a:pt x="905" y="1155"/>
                    <a:pt x="1167" y="893"/>
                    <a:pt x="1167" y="584"/>
                  </a:cubicBezTo>
                  <a:cubicBezTo>
                    <a:pt x="1167" y="262"/>
                    <a:pt x="905" y="0"/>
                    <a:pt x="5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" name="Google Shape;252;p46"/>
          <p:cNvGrpSpPr/>
          <p:nvPr/>
        </p:nvGrpSpPr>
        <p:grpSpPr>
          <a:xfrm>
            <a:off x="1860614" y="2015956"/>
            <a:ext cx="442673" cy="426992"/>
            <a:chOff x="1284212" y="1963766"/>
            <a:chExt cx="379489" cy="366046"/>
          </a:xfrm>
        </p:grpSpPr>
        <p:sp>
          <p:nvSpPr>
            <p:cNvPr id="253" name="Google Shape;253;p46"/>
            <p:cNvSpPr/>
            <p:nvPr/>
          </p:nvSpPr>
          <p:spPr>
            <a:xfrm>
              <a:off x="1436861" y="2112975"/>
              <a:ext cx="69444" cy="68902"/>
            </a:xfrm>
            <a:custGeom>
              <a:avLst/>
              <a:gdLst/>
              <a:ahLst/>
              <a:cxnLst/>
              <a:rect l="l" t="t" r="r" b="b"/>
              <a:pathLst>
                <a:path w="2180" h="2163" extrusionOk="0">
                  <a:moveTo>
                    <a:pt x="1086" y="1"/>
                  </a:moveTo>
                  <a:cubicBezTo>
                    <a:pt x="526" y="1"/>
                    <a:pt x="0" y="443"/>
                    <a:pt x="0" y="1079"/>
                  </a:cubicBezTo>
                  <a:cubicBezTo>
                    <a:pt x="0" y="1675"/>
                    <a:pt x="501" y="2163"/>
                    <a:pt x="1096" y="2163"/>
                  </a:cubicBezTo>
                  <a:cubicBezTo>
                    <a:pt x="1703" y="2163"/>
                    <a:pt x="2179" y="1675"/>
                    <a:pt x="2179" y="1079"/>
                  </a:cubicBezTo>
                  <a:cubicBezTo>
                    <a:pt x="2144" y="1020"/>
                    <a:pt x="2144" y="960"/>
                    <a:pt x="2132" y="889"/>
                  </a:cubicBezTo>
                  <a:cubicBezTo>
                    <a:pt x="2121" y="802"/>
                    <a:pt x="2040" y="744"/>
                    <a:pt x="1963" y="744"/>
                  </a:cubicBezTo>
                  <a:cubicBezTo>
                    <a:pt x="1955" y="744"/>
                    <a:pt x="1948" y="745"/>
                    <a:pt x="1941" y="746"/>
                  </a:cubicBezTo>
                  <a:cubicBezTo>
                    <a:pt x="1846" y="770"/>
                    <a:pt x="1786" y="853"/>
                    <a:pt x="1810" y="948"/>
                  </a:cubicBezTo>
                  <a:cubicBezTo>
                    <a:pt x="1883" y="1428"/>
                    <a:pt x="1488" y="1811"/>
                    <a:pt x="1059" y="1811"/>
                  </a:cubicBezTo>
                  <a:cubicBezTo>
                    <a:pt x="923" y="1811"/>
                    <a:pt x="784" y="1772"/>
                    <a:pt x="655" y="1687"/>
                  </a:cubicBezTo>
                  <a:cubicBezTo>
                    <a:pt x="48" y="1282"/>
                    <a:pt x="346" y="329"/>
                    <a:pt x="1072" y="329"/>
                  </a:cubicBezTo>
                  <a:cubicBezTo>
                    <a:pt x="1239" y="329"/>
                    <a:pt x="1405" y="389"/>
                    <a:pt x="1536" y="496"/>
                  </a:cubicBezTo>
                  <a:cubicBezTo>
                    <a:pt x="1567" y="522"/>
                    <a:pt x="1605" y="534"/>
                    <a:pt x="1642" y="534"/>
                  </a:cubicBezTo>
                  <a:cubicBezTo>
                    <a:pt x="1692" y="534"/>
                    <a:pt x="1741" y="513"/>
                    <a:pt x="1774" y="472"/>
                  </a:cubicBezTo>
                  <a:cubicBezTo>
                    <a:pt x="1834" y="389"/>
                    <a:pt x="1822" y="294"/>
                    <a:pt x="1751" y="234"/>
                  </a:cubicBezTo>
                  <a:cubicBezTo>
                    <a:pt x="1545" y="73"/>
                    <a:pt x="1313" y="1"/>
                    <a:pt x="10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6"/>
            <p:cNvSpPr/>
            <p:nvPr/>
          </p:nvSpPr>
          <p:spPr>
            <a:xfrm>
              <a:off x="1284212" y="1963766"/>
              <a:ext cx="379489" cy="366046"/>
            </a:xfrm>
            <a:custGeom>
              <a:avLst/>
              <a:gdLst/>
              <a:ahLst/>
              <a:cxnLst/>
              <a:rect l="l" t="t" r="r" b="b"/>
              <a:pathLst>
                <a:path w="11913" h="11491" extrusionOk="0">
                  <a:moveTo>
                    <a:pt x="1031" y="2185"/>
                  </a:moveTo>
                  <a:cubicBezTo>
                    <a:pt x="1151" y="2185"/>
                    <a:pt x="1275" y="2224"/>
                    <a:pt x="1387" y="2311"/>
                  </a:cubicBezTo>
                  <a:cubicBezTo>
                    <a:pt x="1625" y="2489"/>
                    <a:pt x="1673" y="2834"/>
                    <a:pt x="1506" y="3084"/>
                  </a:cubicBezTo>
                  <a:cubicBezTo>
                    <a:pt x="1389" y="3256"/>
                    <a:pt x="1207" y="3337"/>
                    <a:pt x="1026" y="3337"/>
                  </a:cubicBezTo>
                  <a:cubicBezTo>
                    <a:pt x="767" y="3337"/>
                    <a:pt x="510" y="3171"/>
                    <a:pt x="447" y="2870"/>
                  </a:cubicBezTo>
                  <a:cubicBezTo>
                    <a:pt x="376" y="2492"/>
                    <a:pt x="689" y="2185"/>
                    <a:pt x="1031" y="2185"/>
                  </a:cubicBezTo>
                  <a:close/>
                  <a:moveTo>
                    <a:pt x="4269" y="3025"/>
                  </a:moveTo>
                  <a:cubicBezTo>
                    <a:pt x="4364" y="3073"/>
                    <a:pt x="5435" y="3680"/>
                    <a:pt x="5519" y="3739"/>
                  </a:cubicBezTo>
                  <a:lnTo>
                    <a:pt x="4269" y="4454"/>
                  </a:lnTo>
                  <a:lnTo>
                    <a:pt x="4269" y="3025"/>
                  </a:lnTo>
                  <a:close/>
                  <a:moveTo>
                    <a:pt x="7448" y="3025"/>
                  </a:moveTo>
                  <a:lnTo>
                    <a:pt x="7448" y="4454"/>
                  </a:lnTo>
                  <a:lnTo>
                    <a:pt x="6197" y="3739"/>
                  </a:lnTo>
                  <a:lnTo>
                    <a:pt x="7448" y="3025"/>
                  </a:lnTo>
                  <a:close/>
                  <a:moveTo>
                    <a:pt x="2550" y="2268"/>
                  </a:moveTo>
                  <a:cubicBezTo>
                    <a:pt x="2817" y="2268"/>
                    <a:pt x="3085" y="2336"/>
                    <a:pt x="3328" y="2477"/>
                  </a:cubicBezTo>
                  <a:cubicBezTo>
                    <a:pt x="3697" y="2692"/>
                    <a:pt x="3566" y="2608"/>
                    <a:pt x="3935" y="2811"/>
                  </a:cubicBezTo>
                  <a:lnTo>
                    <a:pt x="3935" y="4644"/>
                  </a:lnTo>
                  <a:lnTo>
                    <a:pt x="2328" y="5573"/>
                  </a:lnTo>
                  <a:lnTo>
                    <a:pt x="1744" y="5240"/>
                  </a:lnTo>
                  <a:cubicBezTo>
                    <a:pt x="1375" y="5037"/>
                    <a:pt x="1125" y="4692"/>
                    <a:pt x="1006" y="4275"/>
                  </a:cubicBezTo>
                  <a:cubicBezTo>
                    <a:pt x="947" y="4085"/>
                    <a:pt x="923" y="3870"/>
                    <a:pt x="959" y="3680"/>
                  </a:cubicBezTo>
                  <a:lnTo>
                    <a:pt x="959" y="3680"/>
                  </a:lnTo>
                  <a:cubicBezTo>
                    <a:pt x="981" y="3681"/>
                    <a:pt x="1003" y="3682"/>
                    <a:pt x="1025" y="3682"/>
                  </a:cubicBezTo>
                  <a:cubicBezTo>
                    <a:pt x="1659" y="3682"/>
                    <a:pt x="2129" y="3028"/>
                    <a:pt x="1875" y="2418"/>
                  </a:cubicBezTo>
                  <a:cubicBezTo>
                    <a:pt x="2090" y="2319"/>
                    <a:pt x="2320" y="2268"/>
                    <a:pt x="2550" y="2268"/>
                  </a:cubicBezTo>
                  <a:close/>
                  <a:moveTo>
                    <a:pt x="9186" y="2275"/>
                  </a:moveTo>
                  <a:cubicBezTo>
                    <a:pt x="10067" y="2275"/>
                    <a:pt x="10781" y="2977"/>
                    <a:pt x="10781" y="3858"/>
                  </a:cubicBezTo>
                  <a:cubicBezTo>
                    <a:pt x="10781" y="4418"/>
                    <a:pt x="10460" y="4954"/>
                    <a:pt x="9972" y="5240"/>
                  </a:cubicBezTo>
                  <a:lnTo>
                    <a:pt x="9400" y="5573"/>
                  </a:lnTo>
                  <a:cubicBezTo>
                    <a:pt x="9186" y="5454"/>
                    <a:pt x="7983" y="4751"/>
                    <a:pt x="7793" y="4644"/>
                  </a:cubicBezTo>
                  <a:lnTo>
                    <a:pt x="7793" y="2834"/>
                  </a:lnTo>
                  <a:cubicBezTo>
                    <a:pt x="8245" y="2596"/>
                    <a:pt x="8567" y="2275"/>
                    <a:pt x="9186" y="2275"/>
                  </a:cubicBezTo>
                  <a:close/>
                  <a:moveTo>
                    <a:pt x="3935" y="5013"/>
                  </a:moveTo>
                  <a:lnTo>
                    <a:pt x="3935" y="6478"/>
                  </a:lnTo>
                  <a:lnTo>
                    <a:pt x="2673" y="5751"/>
                  </a:lnTo>
                  <a:lnTo>
                    <a:pt x="3935" y="5013"/>
                  </a:lnTo>
                  <a:close/>
                  <a:moveTo>
                    <a:pt x="7793" y="5037"/>
                  </a:moveTo>
                  <a:cubicBezTo>
                    <a:pt x="7948" y="5120"/>
                    <a:pt x="8900" y="5668"/>
                    <a:pt x="9055" y="5763"/>
                  </a:cubicBezTo>
                  <a:lnTo>
                    <a:pt x="7793" y="6490"/>
                  </a:lnTo>
                  <a:lnTo>
                    <a:pt x="7793" y="5037"/>
                  </a:lnTo>
                  <a:close/>
                  <a:moveTo>
                    <a:pt x="5852" y="3918"/>
                  </a:moveTo>
                  <a:lnTo>
                    <a:pt x="7448" y="4823"/>
                  </a:lnTo>
                  <a:lnTo>
                    <a:pt x="7448" y="6668"/>
                  </a:lnTo>
                  <a:lnTo>
                    <a:pt x="5852" y="7573"/>
                  </a:lnTo>
                  <a:lnTo>
                    <a:pt x="4257" y="6668"/>
                  </a:lnTo>
                  <a:lnTo>
                    <a:pt x="4257" y="4823"/>
                  </a:lnTo>
                  <a:lnTo>
                    <a:pt x="5852" y="3918"/>
                  </a:lnTo>
                  <a:close/>
                  <a:moveTo>
                    <a:pt x="7448" y="7061"/>
                  </a:moveTo>
                  <a:lnTo>
                    <a:pt x="7448" y="8490"/>
                  </a:lnTo>
                  <a:cubicBezTo>
                    <a:pt x="7352" y="8442"/>
                    <a:pt x="6281" y="7835"/>
                    <a:pt x="6197" y="7776"/>
                  </a:cubicBezTo>
                  <a:lnTo>
                    <a:pt x="7448" y="7061"/>
                  </a:lnTo>
                  <a:close/>
                  <a:moveTo>
                    <a:pt x="4269" y="7073"/>
                  </a:moveTo>
                  <a:lnTo>
                    <a:pt x="5519" y="7787"/>
                  </a:lnTo>
                  <a:lnTo>
                    <a:pt x="4269" y="8502"/>
                  </a:lnTo>
                  <a:lnTo>
                    <a:pt x="4269" y="7073"/>
                  </a:lnTo>
                  <a:close/>
                  <a:moveTo>
                    <a:pt x="9376" y="5954"/>
                  </a:moveTo>
                  <a:lnTo>
                    <a:pt x="9960" y="6287"/>
                  </a:lnTo>
                  <a:cubicBezTo>
                    <a:pt x="10329" y="6490"/>
                    <a:pt x="10579" y="6835"/>
                    <a:pt x="10710" y="7252"/>
                  </a:cubicBezTo>
                  <a:cubicBezTo>
                    <a:pt x="10746" y="7430"/>
                    <a:pt x="10757" y="7609"/>
                    <a:pt x="10757" y="7787"/>
                  </a:cubicBezTo>
                  <a:cubicBezTo>
                    <a:pt x="10736" y="7786"/>
                    <a:pt x="10714" y="7785"/>
                    <a:pt x="10693" y="7785"/>
                  </a:cubicBezTo>
                  <a:cubicBezTo>
                    <a:pt x="10049" y="7785"/>
                    <a:pt x="9612" y="8474"/>
                    <a:pt x="9888" y="9085"/>
                  </a:cubicBezTo>
                  <a:cubicBezTo>
                    <a:pt x="9662" y="9190"/>
                    <a:pt x="9412" y="9249"/>
                    <a:pt x="9161" y="9249"/>
                  </a:cubicBezTo>
                  <a:cubicBezTo>
                    <a:pt x="8898" y="9249"/>
                    <a:pt x="8632" y="9184"/>
                    <a:pt x="8388" y="9038"/>
                  </a:cubicBezTo>
                  <a:cubicBezTo>
                    <a:pt x="8007" y="8811"/>
                    <a:pt x="8138" y="8907"/>
                    <a:pt x="7769" y="8692"/>
                  </a:cubicBezTo>
                  <a:lnTo>
                    <a:pt x="7769" y="6883"/>
                  </a:lnTo>
                  <a:lnTo>
                    <a:pt x="9376" y="5954"/>
                  </a:lnTo>
                  <a:close/>
                  <a:moveTo>
                    <a:pt x="10731" y="8111"/>
                  </a:moveTo>
                  <a:cubicBezTo>
                    <a:pt x="10841" y="8111"/>
                    <a:pt x="10950" y="8142"/>
                    <a:pt x="11043" y="8204"/>
                  </a:cubicBezTo>
                  <a:cubicBezTo>
                    <a:pt x="11484" y="8502"/>
                    <a:pt x="11329" y="9157"/>
                    <a:pt x="10841" y="9264"/>
                  </a:cubicBezTo>
                  <a:cubicBezTo>
                    <a:pt x="10802" y="9271"/>
                    <a:pt x="10764" y="9275"/>
                    <a:pt x="10726" y="9275"/>
                  </a:cubicBezTo>
                  <a:cubicBezTo>
                    <a:pt x="10276" y="9275"/>
                    <a:pt x="9982" y="8767"/>
                    <a:pt x="10246" y="8371"/>
                  </a:cubicBezTo>
                  <a:cubicBezTo>
                    <a:pt x="10358" y="8199"/>
                    <a:pt x="10545" y="8111"/>
                    <a:pt x="10731" y="8111"/>
                  </a:cubicBezTo>
                  <a:close/>
                  <a:moveTo>
                    <a:pt x="5852" y="7978"/>
                  </a:moveTo>
                  <a:cubicBezTo>
                    <a:pt x="6043" y="8097"/>
                    <a:pt x="7233" y="8764"/>
                    <a:pt x="7448" y="8883"/>
                  </a:cubicBezTo>
                  <a:lnTo>
                    <a:pt x="7448" y="9585"/>
                  </a:lnTo>
                  <a:cubicBezTo>
                    <a:pt x="7448" y="10466"/>
                    <a:pt x="6733" y="11181"/>
                    <a:pt x="5852" y="11181"/>
                  </a:cubicBezTo>
                  <a:cubicBezTo>
                    <a:pt x="4971" y="11181"/>
                    <a:pt x="4257" y="10466"/>
                    <a:pt x="4257" y="9585"/>
                  </a:cubicBezTo>
                  <a:lnTo>
                    <a:pt x="4257" y="8883"/>
                  </a:lnTo>
                  <a:lnTo>
                    <a:pt x="5852" y="7978"/>
                  </a:lnTo>
                  <a:close/>
                  <a:moveTo>
                    <a:pt x="5852" y="1"/>
                  </a:moveTo>
                  <a:cubicBezTo>
                    <a:pt x="4792" y="1"/>
                    <a:pt x="3935" y="870"/>
                    <a:pt x="3935" y="1918"/>
                  </a:cubicBezTo>
                  <a:lnTo>
                    <a:pt x="3935" y="2430"/>
                  </a:lnTo>
                  <a:cubicBezTo>
                    <a:pt x="3649" y="2263"/>
                    <a:pt x="3757" y="2322"/>
                    <a:pt x="3483" y="2180"/>
                  </a:cubicBezTo>
                  <a:cubicBezTo>
                    <a:pt x="3183" y="2005"/>
                    <a:pt x="2854" y="1922"/>
                    <a:pt x="2529" y="1922"/>
                  </a:cubicBezTo>
                  <a:cubicBezTo>
                    <a:pt x="2235" y="1922"/>
                    <a:pt x="1945" y="1990"/>
                    <a:pt x="1685" y="2120"/>
                  </a:cubicBezTo>
                  <a:cubicBezTo>
                    <a:pt x="1491" y="1915"/>
                    <a:pt x="1256" y="1827"/>
                    <a:pt x="1027" y="1827"/>
                  </a:cubicBezTo>
                  <a:cubicBezTo>
                    <a:pt x="497" y="1827"/>
                    <a:pt x="0" y="2303"/>
                    <a:pt x="125" y="2918"/>
                  </a:cubicBezTo>
                  <a:cubicBezTo>
                    <a:pt x="185" y="3215"/>
                    <a:pt x="375" y="3454"/>
                    <a:pt x="625" y="3573"/>
                  </a:cubicBezTo>
                  <a:cubicBezTo>
                    <a:pt x="530" y="4335"/>
                    <a:pt x="887" y="5109"/>
                    <a:pt x="1578" y="5501"/>
                  </a:cubicBezTo>
                  <a:cubicBezTo>
                    <a:pt x="1816" y="5644"/>
                    <a:pt x="1744" y="5597"/>
                    <a:pt x="1983" y="5728"/>
                  </a:cubicBezTo>
                  <a:lnTo>
                    <a:pt x="1578" y="5954"/>
                  </a:lnTo>
                  <a:cubicBezTo>
                    <a:pt x="982" y="6299"/>
                    <a:pt x="613" y="6942"/>
                    <a:pt x="613" y="7633"/>
                  </a:cubicBezTo>
                  <a:cubicBezTo>
                    <a:pt x="613" y="8633"/>
                    <a:pt x="1375" y="9466"/>
                    <a:pt x="2375" y="9538"/>
                  </a:cubicBezTo>
                  <a:lnTo>
                    <a:pt x="2387" y="9538"/>
                  </a:lnTo>
                  <a:cubicBezTo>
                    <a:pt x="2471" y="9538"/>
                    <a:pt x="2554" y="9478"/>
                    <a:pt x="2554" y="9395"/>
                  </a:cubicBezTo>
                  <a:cubicBezTo>
                    <a:pt x="2566" y="9300"/>
                    <a:pt x="2495" y="9216"/>
                    <a:pt x="2399" y="9216"/>
                  </a:cubicBezTo>
                  <a:cubicBezTo>
                    <a:pt x="1578" y="9145"/>
                    <a:pt x="959" y="8454"/>
                    <a:pt x="959" y="7633"/>
                  </a:cubicBezTo>
                  <a:cubicBezTo>
                    <a:pt x="959" y="7073"/>
                    <a:pt x="1268" y="6537"/>
                    <a:pt x="1756" y="6252"/>
                  </a:cubicBezTo>
                  <a:lnTo>
                    <a:pt x="2340" y="5918"/>
                  </a:lnTo>
                  <a:lnTo>
                    <a:pt x="3947" y="6847"/>
                  </a:lnTo>
                  <a:lnTo>
                    <a:pt x="3947" y="8657"/>
                  </a:lnTo>
                  <a:cubicBezTo>
                    <a:pt x="3411" y="8954"/>
                    <a:pt x="3280" y="9061"/>
                    <a:pt x="3030" y="9157"/>
                  </a:cubicBezTo>
                  <a:cubicBezTo>
                    <a:pt x="2935" y="9180"/>
                    <a:pt x="2887" y="9276"/>
                    <a:pt x="2911" y="9359"/>
                  </a:cubicBezTo>
                  <a:cubicBezTo>
                    <a:pt x="2932" y="9443"/>
                    <a:pt x="3008" y="9480"/>
                    <a:pt x="3082" y="9480"/>
                  </a:cubicBezTo>
                  <a:cubicBezTo>
                    <a:pt x="3093" y="9480"/>
                    <a:pt x="3103" y="9480"/>
                    <a:pt x="3114" y="9478"/>
                  </a:cubicBezTo>
                  <a:cubicBezTo>
                    <a:pt x="3423" y="9395"/>
                    <a:pt x="3578" y="9252"/>
                    <a:pt x="3947" y="9061"/>
                  </a:cubicBezTo>
                  <a:lnTo>
                    <a:pt x="3947" y="9573"/>
                  </a:lnTo>
                  <a:cubicBezTo>
                    <a:pt x="3947" y="10621"/>
                    <a:pt x="4816" y="11490"/>
                    <a:pt x="5864" y="11490"/>
                  </a:cubicBezTo>
                  <a:cubicBezTo>
                    <a:pt x="6924" y="11490"/>
                    <a:pt x="7793" y="10621"/>
                    <a:pt x="7793" y="9573"/>
                  </a:cubicBezTo>
                  <a:lnTo>
                    <a:pt x="7793" y="9085"/>
                  </a:lnTo>
                  <a:cubicBezTo>
                    <a:pt x="8269" y="9347"/>
                    <a:pt x="8591" y="9585"/>
                    <a:pt x="9186" y="9585"/>
                  </a:cubicBezTo>
                  <a:cubicBezTo>
                    <a:pt x="9495" y="9585"/>
                    <a:pt x="9829" y="9514"/>
                    <a:pt x="10115" y="9359"/>
                  </a:cubicBezTo>
                  <a:cubicBezTo>
                    <a:pt x="10277" y="9521"/>
                    <a:pt x="10500" y="9615"/>
                    <a:pt x="10736" y="9615"/>
                  </a:cubicBezTo>
                  <a:cubicBezTo>
                    <a:pt x="10794" y="9615"/>
                    <a:pt x="10853" y="9609"/>
                    <a:pt x="10912" y="9597"/>
                  </a:cubicBezTo>
                  <a:cubicBezTo>
                    <a:pt x="11781" y="9419"/>
                    <a:pt x="11912" y="8216"/>
                    <a:pt x="11091" y="7847"/>
                  </a:cubicBezTo>
                  <a:cubicBezTo>
                    <a:pt x="11162" y="7121"/>
                    <a:pt x="10805" y="6371"/>
                    <a:pt x="10138" y="5990"/>
                  </a:cubicBezTo>
                  <a:cubicBezTo>
                    <a:pt x="9900" y="5847"/>
                    <a:pt x="9972" y="5894"/>
                    <a:pt x="9734" y="5763"/>
                  </a:cubicBezTo>
                  <a:lnTo>
                    <a:pt x="10138" y="5537"/>
                  </a:lnTo>
                  <a:cubicBezTo>
                    <a:pt x="11067" y="5013"/>
                    <a:pt x="11377" y="3823"/>
                    <a:pt x="10853" y="2906"/>
                  </a:cubicBezTo>
                  <a:cubicBezTo>
                    <a:pt x="10507" y="2311"/>
                    <a:pt x="9876" y="1941"/>
                    <a:pt x="9174" y="1941"/>
                  </a:cubicBezTo>
                  <a:cubicBezTo>
                    <a:pt x="8471" y="1941"/>
                    <a:pt x="8067" y="2311"/>
                    <a:pt x="7769" y="2442"/>
                  </a:cubicBezTo>
                  <a:cubicBezTo>
                    <a:pt x="7757" y="2025"/>
                    <a:pt x="7805" y="1834"/>
                    <a:pt x="7733" y="1525"/>
                  </a:cubicBezTo>
                  <a:cubicBezTo>
                    <a:pt x="7711" y="1438"/>
                    <a:pt x="7640" y="1380"/>
                    <a:pt x="7546" y="1380"/>
                  </a:cubicBezTo>
                  <a:cubicBezTo>
                    <a:pt x="7537" y="1380"/>
                    <a:pt x="7528" y="1381"/>
                    <a:pt x="7519" y="1382"/>
                  </a:cubicBezTo>
                  <a:cubicBezTo>
                    <a:pt x="7436" y="1406"/>
                    <a:pt x="7376" y="1489"/>
                    <a:pt x="7388" y="1596"/>
                  </a:cubicBezTo>
                  <a:cubicBezTo>
                    <a:pt x="7448" y="1858"/>
                    <a:pt x="7412" y="2013"/>
                    <a:pt x="7436" y="2632"/>
                  </a:cubicBezTo>
                  <a:lnTo>
                    <a:pt x="5840" y="3549"/>
                  </a:lnTo>
                  <a:lnTo>
                    <a:pt x="4245" y="2632"/>
                  </a:lnTo>
                  <a:lnTo>
                    <a:pt x="4245" y="1941"/>
                  </a:lnTo>
                  <a:cubicBezTo>
                    <a:pt x="4245" y="1060"/>
                    <a:pt x="4959" y="346"/>
                    <a:pt x="5840" y="346"/>
                  </a:cubicBezTo>
                  <a:cubicBezTo>
                    <a:pt x="6364" y="346"/>
                    <a:pt x="6840" y="596"/>
                    <a:pt x="7150" y="1025"/>
                  </a:cubicBezTo>
                  <a:cubicBezTo>
                    <a:pt x="7186" y="1076"/>
                    <a:pt x="7241" y="1100"/>
                    <a:pt x="7294" y="1100"/>
                  </a:cubicBezTo>
                  <a:cubicBezTo>
                    <a:pt x="7328" y="1100"/>
                    <a:pt x="7360" y="1091"/>
                    <a:pt x="7388" y="1072"/>
                  </a:cubicBezTo>
                  <a:cubicBezTo>
                    <a:pt x="7459" y="1013"/>
                    <a:pt x="7471" y="906"/>
                    <a:pt x="7436" y="834"/>
                  </a:cubicBezTo>
                  <a:cubicBezTo>
                    <a:pt x="7078" y="310"/>
                    <a:pt x="6483" y="1"/>
                    <a:pt x="585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29EB4D8A-A8C3-6931-247B-24FDEE553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795503AB-54CA-2732-3481-03E477B43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71F5C2E5-A71D-126F-F021-99E8DB58EE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2669" y="2571750"/>
            <a:ext cx="3668030" cy="120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Design Tradeoffs</a:t>
            </a:r>
            <a:endParaRPr dirty="0"/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010D84D3-AEB4-2BBF-6C85-053A5F9DBE9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208" name="Google Shape;208;p43">
            <a:extLst>
              <a:ext uri="{FF2B5EF4-FFF2-40B4-BE49-F238E27FC236}">
                <a16:creationId xmlns:a16="http://schemas.microsoft.com/office/drawing/2014/main" id="{87E926BD-086F-5621-047C-DFEC71AAAFF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62669" y="3720649"/>
            <a:ext cx="3952577" cy="5987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N" dirty="0"/>
              <a:t>The adjustments.</a:t>
            </a:r>
          </a:p>
          <a:p>
            <a:pPr marL="0" indent="0"/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1D808F71-19DC-503F-67C6-71A117BA9F2E}"/>
              </a:ext>
            </a:extLst>
          </p:cNvPr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366431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3DB46209-79D5-A5EE-61AA-F365447D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46">
            <a:extLst>
              <a:ext uri="{FF2B5EF4-FFF2-40B4-BE49-F238E27FC236}">
                <a16:creationId xmlns:a16="http://schemas.microsoft.com/office/drawing/2014/main" id="{89555693-7944-3EDA-9E9E-11C28D83B736}"/>
              </a:ext>
            </a:extLst>
          </p:cNvPr>
          <p:cNvGrpSpPr/>
          <p:nvPr/>
        </p:nvGrpSpPr>
        <p:grpSpPr>
          <a:xfrm>
            <a:off x="4408944" y="2017503"/>
            <a:ext cx="326106" cy="423908"/>
            <a:chOff x="3990517" y="3354173"/>
            <a:chExt cx="279559" cy="363402"/>
          </a:xfrm>
        </p:grpSpPr>
        <p:sp>
          <p:nvSpPr>
            <p:cNvPr id="249" name="Google Shape;249;p46">
              <a:extLst>
                <a:ext uri="{FF2B5EF4-FFF2-40B4-BE49-F238E27FC236}">
                  <a16:creationId xmlns:a16="http://schemas.microsoft.com/office/drawing/2014/main" id="{243049F6-B931-924E-C523-657BEE2DD572}"/>
                </a:ext>
              </a:extLst>
            </p:cNvPr>
            <p:cNvSpPr/>
            <p:nvPr/>
          </p:nvSpPr>
          <p:spPr>
            <a:xfrm>
              <a:off x="3990517" y="3354173"/>
              <a:ext cx="279559" cy="363402"/>
            </a:xfrm>
            <a:custGeom>
              <a:avLst/>
              <a:gdLst/>
              <a:ahLst/>
              <a:cxnLst/>
              <a:rect l="l" t="t" r="r" b="b"/>
              <a:pathLst>
                <a:path w="8776" h="11408" extrusionOk="0">
                  <a:moveTo>
                    <a:pt x="6322" y="346"/>
                  </a:moveTo>
                  <a:lnTo>
                    <a:pt x="6322" y="715"/>
                  </a:lnTo>
                  <a:lnTo>
                    <a:pt x="5537" y="715"/>
                  </a:lnTo>
                  <a:lnTo>
                    <a:pt x="5537" y="346"/>
                  </a:lnTo>
                  <a:close/>
                  <a:moveTo>
                    <a:pt x="6692" y="1049"/>
                  </a:moveTo>
                  <a:lnTo>
                    <a:pt x="6692" y="5121"/>
                  </a:lnTo>
                  <a:lnTo>
                    <a:pt x="5179" y="5121"/>
                  </a:lnTo>
                  <a:lnTo>
                    <a:pt x="5179" y="1049"/>
                  </a:lnTo>
                  <a:close/>
                  <a:moveTo>
                    <a:pt x="5763" y="5466"/>
                  </a:moveTo>
                  <a:lnTo>
                    <a:pt x="5763" y="6014"/>
                  </a:lnTo>
                  <a:lnTo>
                    <a:pt x="5465" y="6014"/>
                  </a:lnTo>
                  <a:lnTo>
                    <a:pt x="5465" y="5466"/>
                  </a:lnTo>
                  <a:close/>
                  <a:moveTo>
                    <a:pt x="6394" y="5466"/>
                  </a:moveTo>
                  <a:lnTo>
                    <a:pt x="6394" y="6633"/>
                  </a:lnTo>
                  <a:lnTo>
                    <a:pt x="6096" y="6633"/>
                  </a:lnTo>
                  <a:lnTo>
                    <a:pt x="6096" y="5466"/>
                  </a:lnTo>
                  <a:close/>
                  <a:moveTo>
                    <a:pt x="6953" y="8038"/>
                  </a:moveTo>
                  <a:cubicBezTo>
                    <a:pt x="7168" y="8038"/>
                    <a:pt x="7346" y="8216"/>
                    <a:pt x="7346" y="8443"/>
                  </a:cubicBezTo>
                  <a:cubicBezTo>
                    <a:pt x="7346" y="8669"/>
                    <a:pt x="7168" y="8847"/>
                    <a:pt x="6953" y="8847"/>
                  </a:cubicBezTo>
                  <a:lnTo>
                    <a:pt x="4584" y="8847"/>
                  </a:lnTo>
                  <a:lnTo>
                    <a:pt x="4584" y="8038"/>
                  </a:lnTo>
                  <a:close/>
                  <a:moveTo>
                    <a:pt x="6549" y="9193"/>
                  </a:moveTo>
                  <a:cubicBezTo>
                    <a:pt x="6537" y="9502"/>
                    <a:pt x="6275" y="9740"/>
                    <a:pt x="5965" y="9740"/>
                  </a:cubicBezTo>
                  <a:lnTo>
                    <a:pt x="4584" y="9740"/>
                  </a:lnTo>
                  <a:lnTo>
                    <a:pt x="4584" y="9193"/>
                  </a:lnTo>
                  <a:close/>
                  <a:moveTo>
                    <a:pt x="5882" y="10086"/>
                  </a:moveTo>
                  <a:lnTo>
                    <a:pt x="5882" y="10359"/>
                  </a:lnTo>
                  <a:lnTo>
                    <a:pt x="4584" y="10359"/>
                  </a:lnTo>
                  <a:lnTo>
                    <a:pt x="4584" y="10086"/>
                  </a:lnTo>
                  <a:close/>
                  <a:moveTo>
                    <a:pt x="4953" y="1"/>
                  </a:moveTo>
                  <a:cubicBezTo>
                    <a:pt x="4870" y="1"/>
                    <a:pt x="4787" y="72"/>
                    <a:pt x="4787" y="168"/>
                  </a:cubicBezTo>
                  <a:cubicBezTo>
                    <a:pt x="4787" y="263"/>
                    <a:pt x="4870" y="334"/>
                    <a:pt x="4953" y="334"/>
                  </a:cubicBezTo>
                  <a:lnTo>
                    <a:pt x="5144" y="334"/>
                  </a:lnTo>
                  <a:lnTo>
                    <a:pt x="5144" y="703"/>
                  </a:lnTo>
                  <a:lnTo>
                    <a:pt x="4953" y="703"/>
                  </a:lnTo>
                  <a:cubicBezTo>
                    <a:pt x="4870" y="703"/>
                    <a:pt x="4787" y="775"/>
                    <a:pt x="4787" y="870"/>
                  </a:cubicBezTo>
                  <a:lnTo>
                    <a:pt x="4787" y="1334"/>
                  </a:lnTo>
                  <a:lnTo>
                    <a:pt x="4370" y="1334"/>
                  </a:lnTo>
                  <a:cubicBezTo>
                    <a:pt x="3644" y="1334"/>
                    <a:pt x="2929" y="1513"/>
                    <a:pt x="2310" y="1846"/>
                  </a:cubicBezTo>
                  <a:cubicBezTo>
                    <a:pt x="2215" y="1894"/>
                    <a:pt x="2191" y="2001"/>
                    <a:pt x="2227" y="2073"/>
                  </a:cubicBezTo>
                  <a:cubicBezTo>
                    <a:pt x="2262" y="2132"/>
                    <a:pt x="2322" y="2168"/>
                    <a:pt x="2381" y="2168"/>
                  </a:cubicBezTo>
                  <a:cubicBezTo>
                    <a:pt x="2405" y="2168"/>
                    <a:pt x="2441" y="2168"/>
                    <a:pt x="2453" y="2144"/>
                  </a:cubicBezTo>
                  <a:cubicBezTo>
                    <a:pt x="3036" y="1835"/>
                    <a:pt x="3691" y="1668"/>
                    <a:pt x="4358" y="1668"/>
                  </a:cubicBezTo>
                  <a:lnTo>
                    <a:pt x="4775" y="1668"/>
                  </a:lnTo>
                  <a:lnTo>
                    <a:pt x="4775" y="3382"/>
                  </a:lnTo>
                  <a:lnTo>
                    <a:pt x="4358" y="3382"/>
                  </a:lnTo>
                  <a:cubicBezTo>
                    <a:pt x="3060" y="3382"/>
                    <a:pt x="2024" y="4430"/>
                    <a:pt x="2024" y="5716"/>
                  </a:cubicBezTo>
                  <a:cubicBezTo>
                    <a:pt x="2024" y="6954"/>
                    <a:pt x="2977" y="7966"/>
                    <a:pt x="4191" y="8038"/>
                  </a:cubicBezTo>
                  <a:lnTo>
                    <a:pt x="4191" y="9740"/>
                  </a:lnTo>
                  <a:cubicBezTo>
                    <a:pt x="2048" y="9645"/>
                    <a:pt x="346" y="7883"/>
                    <a:pt x="346" y="5716"/>
                  </a:cubicBezTo>
                  <a:cubicBezTo>
                    <a:pt x="346" y="4454"/>
                    <a:pt x="917" y="3299"/>
                    <a:pt x="1917" y="2525"/>
                  </a:cubicBezTo>
                  <a:cubicBezTo>
                    <a:pt x="1989" y="2466"/>
                    <a:pt x="2012" y="2358"/>
                    <a:pt x="1953" y="2287"/>
                  </a:cubicBezTo>
                  <a:cubicBezTo>
                    <a:pt x="1918" y="2238"/>
                    <a:pt x="1867" y="2214"/>
                    <a:pt x="1817" y="2214"/>
                  </a:cubicBezTo>
                  <a:cubicBezTo>
                    <a:pt x="1780" y="2214"/>
                    <a:pt x="1744" y="2226"/>
                    <a:pt x="1715" y="2251"/>
                  </a:cubicBezTo>
                  <a:cubicBezTo>
                    <a:pt x="1191" y="2656"/>
                    <a:pt x="762" y="3180"/>
                    <a:pt x="465" y="3751"/>
                  </a:cubicBezTo>
                  <a:cubicBezTo>
                    <a:pt x="143" y="4371"/>
                    <a:pt x="0" y="5037"/>
                    <a:pt x="0" y="5716"/>
                  </a:cubicBezTo>
                  <a:cubicBezTo>
                    <a:pt x="0" y="8073"/>
                    <a:pt x="1858" y="9990"/>
                    <a:pt x="4191" y="10086"/>
                  </a:cubicBezTo>
                  <a:lnTo>
                    <a:pt x="4191" y="10359"/>
                  </a:lnTo>
                  <a:lnTo>
                    <a:pt x="2036" y="10359"/>
                  </a:lnTo>
                  <a:cubicBezTo>
                    <a:pt x="1739" y="10359"/>
                    <a:pt x="1512" y="10598"/>
                    <a:pt x="1512" y="10883"/>
                  </a:cubicBezTo>
                  <a:cubicBezTo>
                    <a:pt x="1512" y="11181"/>
                    <a:pt x="1750" y="11407"/>
                    <a:pt x="2036" y="11407"/>
                  </a:cubicBezTo>
                  <a:lnTo>
                    <a:pt x="8263" y="11407"/>
                  </a:lnTo>
                  <a:cubicBezTo>
                    <a:pt x="8561" y="11407"/>
                    <a:pt x="8775" y="11169"/>
                    <a:pt x="8775" y="10883"/>
                  </a:cubicBezTo>
                  <a:cubicBezTo>
                    <a:pt x="8775" y="10598"/>
                    <a:pt x="8537" y="10359"/>
                    <a:pt x="8263" y="10359"/>
                  </a:cubicBezTo>
                  <a:lnTo>
                    <a:pt x="7465" y="10359"/>
                  </a:lnTo>
                  <a:cubicBezTo>
                    <a:pt x="7382" y="10359"/>
                    <a:pt x="7311" y="10443"/>
                    <a:pt x="7311" y="10526"/>
                  </a:cubicBezTo>
                  <a:cubicBezTo>
                    <a:pt x="7311" y="10621"/>
                    <a:pt x="7382" y="10693"/>
                    <a:pt x="7465" y="10693"/>
                  </a:cubicBezTo>
                  <a:lnTo>
                    <a:pt x="8263" y="10693"/>
                  </a:lnTo>
                  <a:cubicBezTo>
                    <a:pt x="8358" y="10693"/>
                    <a:pt x="8454" y="10776"/>
                    <a:pt x="8454" y="10883"/>
                  </a:cubicBezTo>
                  <a:cubicBezTo>
                    <a:pt x="8454" y="10990"/>
                    <a:pt x="8358" y="11074"/>
                    <a:pt x="8263" y="11074"/>
                  </a:cubicBezTo>
                  <a:lnTo>
                    <a:pt x="2084" y="11074"/>
                  </a:lnTo>
                  <a:cubicBezTo>
                    <a:pt x="1977" y="11074"/>
                    <a:pt x="1893" y="10990"/>
                    <a:pt x="1893" y="10883"/>
                  </a:cubicBezTo>
                  <a:cubicBezTo>
                    <a:pt x="1893" y="10776"/>
                    <a:pt x="1977" y="10693"/>
                    <a:pt x="2084" y="10693"/>
                  </a:cubicBezTo>
                  <a:lnTo>
                    <a:pt x="6787" y="10693"/>
                  </a:lnTo>
                  <a:cubicBezTo>
                    <a:pt x="6870" y="10693"/>
                    <a:pt x="6953" y="10621"/>
                    <a:pt x="6953" y="10526"/>
                  </a:cubicBezTo>
                  <a:cubicBezTo>
                    <a:pt x="6953" y="10443"/>
                    <a:pt x="6870" y="10359"/>
                    <a:pt x="6787" y="10359"/>
                  </a:cubicBezTo>
                  <a:lnTo>
                    <a:pt x="6203" y="10359"/>
                  </a:lnTo>
                  <a:lnTo>
                    <a:pt x="6203" y="10050"/>
                  </a:lnTo>
                  <a:cubicBezTo>
                    <a:pt x="6596" y="9943"/>
                    <a:pt x="6870" y="9609"/>
                    <a:pt x="6870" y="9193"/>
                  </a:cubicBezTo>
                  <a:lnTo>
                    <a:pt x="6930" y="9193"/>
                  </a:lnTo>
                  <a:cubicBezTo>
                    <a:pt x="7334" y="9193"/>
                    <a:pt x="7680" y="8859"/>
                    <a:pt x="7680" y="8443"/>
                  </a:cubicBezTo>
                  <a:cubicBezTo>
                    <a:pt x="7680" y="8038"/>
                    <a:pt x="7346" y="7704"/>
                    <a:pt x="6930" y="7704"/>
                  </a:cubicBezTo>
                  <a:lnTo>
                    <a:pt x="4406" y="7704"/>
                  </a:lnTo>
                  <a:cubicBezTo>
                    <a:pt x="3298" y="7704"/>
                    <a:pt x="2405" y="6811"/>
                    <a:pt x="2405" y="5704"/>
                  </a:cubicBezTo>
                  <a:cubicBezTo>
                    <a:pt x="2405" y="4609"/>
                    <a:pt x="3298" y="3716"/>
                    <a:pt x="4406" y="3716"/>
                  </a:cubicBezTo>
                  <a:lnTo>
                    <a:pt x="4822" y="3716"/>
                  </a:lnTo>
                  <a:lnTo>
                    <a:pt x="4822" y="5287"/>
                  </a:lnTo>
                  <a:cubicBezTo>
                    <a:pt x="4822" y="5383"/>
                    <a:pt x="4894" y="5454"/>
                    <a:pt x="4989" y="5454"/>
                  </a:cubicBezTo>
                  <a:lnTo>
                    <a:pt x="5108" y="5454"/>
                  </a:lnTo>
                  <a:lnTo>
                    <a:pt x="5108" y="6180"/>
                  </a:lnTo>
                  <a:cubicBezTo>
                    <a:pt x="5108" y="6276"/>
                    <a:pt x="5179" y="6347"/>
                    <a:pt x="5263" y="6347"/>
                  </a:cubicBezTo>
                  <a:lnTo>
                    <a:pt x="5727" y="6347"/>
                  </a:lnTo>
                  <a:lnTo>
                    <a:pt x="5727" y="6788"/>
                  </a:lnTo>
                  <a:cubicBezTo>
                    <a:pt x="5727" y="6883"/>
                    <a:pt x="5799" y="6954"/>
                    <a:pt x="5894" y="6954"/>
                  </a:cubicBezTo>
                  <a:lnTo>
                    <a:pt x="6537" y="6954"/>
                  </a:lnTo>
                  <a:cubicBezTo>
                    <a:pt x="6620" y="6954"/>
                    <a:pt x="6692" y="6883"/>
                    <a:pt x="6692" y="6788"/>
                  </a:cubicBezTo>
                  <a:lnTo>
                    <a:pt x="6692" y="5454"/>
                  </a:lnTo>
                  <a:lnTo>
                    <a:pt x="6811" y="5454"/>
                  </a:lnTo>
                  <a:cubicBezTo>
                    <a:pt x="6906" y="5454"/>
                    <a:pt x="6977" y="5383"/>
                    <a:pt x="6977" y="5287"/>
                  </a:cubicBezTo>
                  <a:lnTo>
                    <a:pt x="6977" y="870"/>
                  </a:lnTo>
                  <a:cubicBezTo>
                    <a:pt x="6977" y="775"/>
                    <a:pt x="6906" y="703"/>
                    <a:pt x="6811" y="703"/>
                  </a:cubicBezTo>
                  <a:lnTo>
                    <a:pt x="6620" y="703"/>
                  </a:lnTo>
                  <a:lnTo>
                    <a:pt x="6620" y="334"/>
                  </a:lnTo>
                  <a:lnTo>
                    <a:pt x="6811" y="334"/>
                  </a:lnTo>
                  <a:cubicBezTo>
                    <a:pt x="6906" y="334"/>
                    <a:pt x="6977" y="263"/>
                    <a:pt x="6977" y="168"/>
                  </a:cubicBezTo>
                  <a:cubicBezTo>
                    <a:pt x="6977" y="72"/>
                    <a:pt x="6906" y="1"/>
                    <a:pt x="6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6">
              <a:extLst>
                <a:ext uri="{FF2B5EF4-FFF2-40B4-BE49-F238E27FC236}">
                  <a16:creationId xmlns:a16="http://schemas.microsoft.com/office/drawing/2014/main" id="{BF9FFFDA-74F6-3FDA-EDD8-7A3941F5AAC7}"/>
                </a:ext>
              </a:extLst>
            </p:cNvPr>
            <p:cNvSpPr/>
            <p:nvPr/>
          </p:nvSpPr>
          <p:spPr>
            <a:xfrm>
              <a:off x="4102009" y="3418680"/>
              <a:ext cx="36824" cy="37175"/>
            </a:xfrm>
            <a:custGeom>
              <a:avLst/>
              <a:gdLst/>
              <a:ahLst/>
              <a:cxnLst/>
              <a:rect l="l" t="t" r="r" b="b"/>
              <a:pathLst>
                <a:path w="1156" h="1167" extrusionOk="0">
                  <a:moveTo>
                    <a:pt x="572" y="345"/>
                  </a:moveTo>
                  <a:cubicBezTo>
                    <a:pt x="715" y="345"/>
                    <a:pt x="810" y="452"/>
                    <a:pt x="810" y="583"/>
                  </a:cubicBezTo>
                  <a:cubicBezTo>
                    <a:pt x="810" y="714"/>
                    <a:pt x="715" y="822"/>
                    <a:pt x="572" y="822"/>
                  </a:cubicBezTo>
                  <a:cubicBezTo>
                    <a:pt x="441" y="822"/>
                    <a:pt x="334" y="714"/>
                    <a:pt x="334" y="583"/>
                  </a:cubicBezTo>
                  <a:cubicBezTo>
                    <a:pt x="334" y="452"/>
                    <a:pt x="441" y="345"/>
                    <a:pt x="572" y="345"/>
                  </a:cubicBezTo>
                  <a:close/>
                  <a:moveTo>
                    <a:pt x="572" y="0"/>
                  </a:moveTo>
                  <a:cubicBezTo>
                    <a:pt x="263" y="0"/>
                    <a:pt x="1" y="262"/>
                    <a:pt x="1" y="583"/>
                  </a:cubicBezTo>
                  <a:cubicBezTo>
                    <a:pt x="1" y="893"/>
                    <a:pt x="251" y="1167"/>
                    <a:pt x="572" y="1167"/>
                  </a:cubicBezTo>
                  <a:cubicBezTo>
                    <a:pt x="894" y="1167"/>
                    <a:pt x="1156" y="893"/>
                    <a:pt x="1156" y="583"/>
                  </a:cubicBezTo>
                  <a:cubicBezTo>
                    <a:pt x="1156" y="274"/>
                    <a:pt x="906" y="0"/>
                    <a:pt x="5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6">
              <a:extLst>
                <a:ext uri="{FF2B5EF4-FFF2-40B4-BE49-F238E27FC236}">
                  <a16:creationId xmlns:a16="http://schemas.microsoft.com/office/drawing/2014/main" id="{E746BBD0-1CE3-5437-312A-0A8CF2CB8862}"/>
                </a:ext>
              </a:extLst>
            </p:cNvPr>
            <p:cNvSpPr/>
            <p:nvPr/>
          </p:nvSpPr>
          <p:spPr>
            <a:xfrm>
              <a:off x="4083820" y="3615129"/>
              <a:ext cx="37175" cy="36824"/>
            </a:xfrm>
            <a:custGeom>
              <a:avLst/>
              <a:gdLst/>
              <a:ahLst/>
              <a:cxnLst/>
              <a:rect l="l" t="t" r="r" b="b"/>
              <a:pathLst>
                <a:path w="1167" h="1156" extrusionOk="0">
                  <a:moveTo>
                    <a:pt x="584" y="346"/>
                  </a:moveTo>
                  <a:cubicBezTo>
                    <a:pt x="715" y="346"/>
                    <a:pt x="822" y="441"/>
                    <a:pt x="822" y="584"/>
                  </a:cubicBezTo>
                  <a:cubicBezTo>
                    <a:pt x="822" y="715"/>
                    <a:pt x="715" y="822"/>
                    <a:pt x="584" y="822"/>
                  </a:cubicBezTo>
                  <a:cubicBezTo>
                    <a:pt x="453" y="822"/>
                    <a:pt x="345" y="715"/>
                    <a:pt x="345" y="584"/>
                  </a:cubicBezTo>
                  <a:cubicBezTo>
                    <a:pt x="345" y="441"/>
                    <a:pt x="453" y="346"/>
                    <a:pt x="584" y="346"/>
                  </a:cubicBezTo>
                  <a:close/>
                  <a:moveTo>
                    <a:pt x="584" y="0"/>
                  </a:moveTo>
                  <a:cubicBezTo>
                    <a:pt x="274" y="0"/>
                    <a:pt x="0" y="251"/>
                    <a:pt x="0" y="584"/>
                  </a:cubicBezTo>
                  <a:cubicBezTo>
                    <a:pt x="0" y="905"/>
                    <a:pt x="250" y="1155"/>
                    <a:pt x="584" y="1155"/>
                  </a:cubicBezTo>
                  <a:cubicBezTo>
                    <a:pt x="905" y="1155"/>
                    <a:pt x="1167" y="893"/>
                    <a:pt x="1167" y="584"/>
                  </a:cubicBezTo>
                  <a:cubicBezTo>
                    <a:pt x="1167" y="262"/>
                    <a:pt x="905" y="0"/>
                    <a:pt x="5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" name="Google Shape;252;p46">
            <a:extLst>
              <a:ext uri="{FF2B5EF4-FFF2-40B4-BE49-F238E27FC236}">
                <a16:creationId xmlns:a16="http://schemas.microsoft.com/office/drawing/2014/main" id="{58A61BA5-D97A-4B3B-4A28-CCDBB7727C82}"/>
              </a:ext>
            </a:extLst>
          </p:cNvPr>
          <p:cNvGrpSpPr/>
          <p:nvPr/>
        </p:nvGrpSpPr>
        <p:grpSpPr>
          <a:xfrm>
            <a:off x="1860614" y="2015956"/>
            <a:ext cx="442673" cy="426992"/>
            <a:chOff x="1284212" y="1963766"/>
            <a:chExt cx="379489" cy="366046"/>
          </a:xfrm>
        </p:grpSpPr>
        <p:sp>
          <p:nvSpPr>
            <p:cNvPr id="253" name="Google Shape;253;p46">
              <a:extLst>
                <a:ext uri="{FF2B5EF4-FFF2-40B4-BE49-F238E27FC236}">
                  <a16:creationId xmlns:a16="http://schemas.microsoft.com/office/drawing/2014/main" id="{A476F10B-E1BA-7C85-6BE7-AFC43CEA7D4C}"/>
                </a:ext>
              </a:extLst>
            </p:cNvPr>
            <p:cNvSpPr/>
            <p:nvPr/>
          </p:nvSpPr>
          <p:spPr>
            <a:xfrm>
              <a:off x="1436861" y="2112975"/>
              <a:ext cx="69444" cy="68902"/>
            </a:xfrm>
            <a:custGeom>
              <a:avLst/>
              <a:gdLst/>
              <a:ahLst/>
              <a:cxnLst/>
              <a:rect l="l" t="t" r="r" b="b"/>
              <a:pathLst>
                <a:path w="2180" h="2163" extrusionOk="0">
                  <a:moveTo>
                    <a:pt x="1086" y="1"/>
                  </a:moveTo>
                  <a:cubicBezTo>
                    <a:pt x="526" y="1"/>
                    <a:pt x="0" y="443"/>
                    <a:pt x="0" y="1079"/>
                  </a:cubicBezTo>
                  <a:cubicBezTo>
                    <a:pt x="0" y="1675"/>
                    <a:pt x="501" y="2163"/>
                    <a:pt x="1096" y="2163"/>
                  </a:cubicBezTo>
                  <a:cubicBezTo>
                    <a:pt x="1703" y="2163"/>
                    <a:pt x="2179" y="1675"/>
                    <a:pt x="2179" y="1079"/>
                  </a:cubicBezTo>
                  <a:cubicBezTo>
                    <a:pt x="2144" y="1020"/>
                    <a:pt x="2144" y="960"/>
                    <a:pt x="2132" y="889"/>
                  </a:cubicBezTo>
                  <a:cubicBezTo>
                    <a:pt x="2121" y="802"/>
                    <a:pt x="2040" y="744"/>
                    <a:pt x="1963" y="744"/>
                  </a:cubicBezTo>
                  <a:cubicBezTo>
                    <a:pt x="1955" y="744"/>
                    <a:pt x="1948" y="745"/>
                    <a:pt x="1941" y="746"/>
                  </a:cubicBezTo>
                  <a:cubicBezTo>
                    <a:pt x="1846" y="770"/>
                    <a:pt x="1786" y="853"/>
                    <a:pt x="1810" y="948"/>
                  </a:cubicBezTo>
                  <a:cubicBezTo>
                    <a:pt x="1883" y="1428"/>
                    <a:pt x="1488" y="1811"/>
                    <a:pt x="1059" y="1811"/>
                  </a:cubicBezTo>
                  <a:cubicBezTo>
                    <a:pt x="923" y="1811"/>
                    <a:pt x="784" y="1772"/>
                    <a:pt x="655" y="1687"/>
                  </a:cubicBezTo>
                  <a:cubicBezTo>
                    <a:pt x="48" y="1282"/>
                    <a:pt x="346" y="329"/>
                    <a:pt x="1072" y="329"/>
                  </a:cubicBezTo>
                  <a:cubicBezTo>
                    <a:pt x="1239" y="329"/>
                    <a:pt x="1405" y="389"/>
                    <a:pt x="1536" y="496"/>
                  </a:cubicBezTo>
                  <a:cubicBezTo>
                    <a:pt x="1567" y="522"/>
                    <a:pt x="1605" y="534"/>
                    <a:pt x="1642" y="534"/>
                  </a:cubicBezTo>
                  <a:cubicBezTo>
                    <a:pt x="1692" y="534"/>
                    <a:pt x="1741" y="513"/>
                    <a:pt x="1774" y="472"/>
                  </a:cubicBezTo>
                  <a:cubicBezTo>
                    <a:pt x="1834" y="389"/>
                    <a:pt x="1822" y="294"/>
                    <a:pt x="1751" y="234"/>
                  </a:cubicBezTo>
                  <a:cubicBezTo>
                    <a:pt x="1545" y="73"/>
                    <a:pt x="1313" y="1"/>
                    <a:pt x="10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6">
              <a:extLst>
                <a:ext uri="{FF2B5EF4-FFF2-40B4-BE49-F238E27FC236}">
                  <a16:creationId xmlns:a16="http://schemas.microsoft.com/office/drawing/2014/main" id="{3A0A7149-3C03-4D7B-D797-C56FE8DD0A39}"/>
                </a:ext>
              </a:extLst>
            </p:cNvPr>
            <p:cNvSpPr/>
            <p:nvPr/>
          </p:nvSpPr>
          <p:spPr>
            <a:xfrm>
              <a:off x="1284212" y="1963766"/>
              <a:ext cx="379489" cy="366046"/>
            </a:xfrm>
            <a:custGeom>
              <a:avLst/>
              <a:gdLst/>
              <a:ahLst/>
              <a:cxnLst/>
              <a:rect l="l" t="t" r="r" b="b"/>
              <a:pathLst>
                <a:path w="11913" h="11491" extrusionOk="0">
                  <a:moveTo>
                    <a:pt x="1031" y="2185"/>
                  </a:moveTo>
                  <a:cubicBezTo>
                    <a:pt x="1151" y="2185"/>
                    <a:pt x="1275" y="2224"/>
                    <a:pt x="1387" y="2311"/>
                  </a:cubicBezTo>
                  <a:cubicBezTo>
                    <a:pt x="1625" y="2489"/>
                    <a:pt x="1673" y="2834"/>
                    <a:pt x="1506" y="3084"/>
                  </a:cubicBezTo>
                  <a:cubicBezTo>
                    <a:pt x="1389" y="3256"/>
                    <a:pt x="1207" y="3337"/>
                    <a:pt x="1026" y="3337"/>
                  </a:cubicBezTo>
                  <a:cubicBezTo>
                    <a:pt x="767" y="3337"/>
                    <a:pt x="510" y="3171"/>
                    <a:pt x="447" y="2870"/>
                  </a:cubicBezTo>
                  <a:cubicBezTo>
                    <a:pt x="376" y="2492"/>
                    <a:pt x="689" y="2185"/>
                    <a:pt x="1031" y="2185"/>
                  </a:cubicBezTo>
                  <a:close/>
                  <a:moveTo>
                    <a:pt x="4269" y="3025"/>
                  </a:moveTo>
                  <a:cubicBezTo>
                    <a:pt x="4364" y="3073"/>
                    <a:pt x="5435" y="3680"/>
                    <a:pt x="5519" y="3739"/>
                  </a:cubicBezTo>
                  <a:lnTo>
                    <a:pt x="4269" y="4454"/>
                  </a:lnTo>
                  <a:lnTo>
                    <a:pt x="4269" y="3025"/>
                  </a:lnTo>
                  <a:close/>
                  <a:moveTo>
                    <a:pt x="7448" y="3025"/>
                  </a:moveTo>
                  <a:lnTo>
                    <a:pt x="7448" y="4454"/>
                  </a:lnTo>
                  <a:lnTo>
                    <a:pt x="6197" y="3739"/>
                  </a:lnTo>
                  <a:lnTo>
                    <a:pt x="7448" y="3025"/>
                  </a:lnTo>
                  <a:close/>
                  <a:moveTo>
                    <a:pt x="2550" y="2268"/>
                  </a:moveTo>
                  <a:cubicBezTo>
                    <a:pt x="2817" y="2268"/>
                    <a:pt x="3085" y="2336"/>
                    <a:pt x="3328" y="2477"/>
                  </a:cubicBezTo>
                  <a:cubicBezTo>
                    <a:pt x="3697" y="2692"/>
                    <a:pt x="3566" y="2608"/>
                    <a:pt x="3935" y="2811"/>
                  </a:cubicBezTo>
                  <a:lnTo>
                    <a:pt x="3935" y="4644"/>
                  </a:lnTo>
                  <a:lnTo>
                    <a:pt x="2328" y="5573"/>
                  </a:lnTo>
                  <a:lnTo>
                    <a:pt x="1744" y="5240"/>
                  </a:lnTo>
                  <a:cubicBezTo>
                    <a:pt x="1375" y="5037"/>
                    <a:pt x="1125" y="4692"/>
                    <a:pt x="1006" y="4275"/>
                  </a:cubicBezTo>
                  <a:cubicBezTo>
                    <a:pt x="947" y="4085"/>
                    <a:pt x="923" y="3870"/>
                    <a:pt x="959" y="3680"/>
                  </a:cubicBezTo>
                  <a:lnTo>
                    <a:pt x="959" y="3680"/>
                  </a:lnTo>
                  <a:cubicBezTo>
                    <a:pt x="981" y="3681"/>
                    <a:pt x="1003" y="3682"/>
                    <a:pt x="1025" y="3682"/>
                  </a:cubicBezTo>
                  <a:cubicBezTo>
                    <a:pt x="1659" y="3682"/>
                    <a:pt x="2129" y="3028"/>
                    <a:pt x="1875" y="2418"/>
                  </a:cubicBezTo>
                  <a:cubicBezTo>
                    <a:pt x="2090" y="2319"/>
                    <a:pt x="2320" y="2268"/>
                    <a:pt x="2550" y="2268"/>
                  </a:cubicBezTo>
                  <a:close/>
                  <a:moveTo>
                    <a:pt x="9186" y="2275"/>
                  </a:moveTo>
                  <a:cubicBezTo>
                    <a:pt x="10067" y="2275"/>
                    <a:pt x="10781" y="2977"/>
                    <a:pt x="10781" y="3858"/>
                  </a:cubicBezTo>
                  <a:cubicBezTo>
                    <a:pt x="10781" y="4418"/>
                    <a:pt x="10460" y="4954"/>
                    <a:pt x="9972" y="5240"/>
                  </a:cubicBezTo>
                  <a:lnTo>
                    <a:pt x="9400" y="5573"/>
                  </a:lnTo>
                  <a:cubicBezTo>
                    <a:pt x="9186" y="5454"/>
                    <a:pt x="7983" y="4751"/>
                    <a:pt x="7793" y="4644"/>
                  </a:cubicBezTo>
                  <a:lnTo>
                    <a:pt x="7793" y="2834"/>
                  </a:lnTo>
                  <a:cubicBezTo>
                    <a:pt x="8245" y="2596"/>
                    <a:pt x="8567" y="2275"/>
                    <a:pt x="9186" y="2275"/>
                  </a:cubicBezTo>
                  <a:close/>
                  <a:moveTo>
                    <a:pt x="3935" y="5013"/>
                  </a:moveTo>
                  <a:lnTo>
                    <a:pt x="3935" y="6478"/>
                  </a:lnTo>
                  <a:lnTo>
                    <a:pt x="2673" y="5751"/>
                  </a:lnTo>
                  <a:lnTo>
                    <a:pt x="3935" y="5013"/>
                  </a:lnTo>
                  <a:close/>
                  <a:moveTo>
                    <a:pt x="7793" y="5037"/>
                  </a:moveTo>
                  <a:cubicBezTo>
                    <a:pt x="7948" y="5120"/>
                    <a:pt x="8900" y="5668"/>
                    <a:pt x="9055" y="5763"/>
                  </a:cubicBezTo>
                  <a:lnTo>
                    <a:pt x="7793" y="6490"/>
                  </a:lnTo>
                  <a:lnTo>
                    <a:pt x="7793" y="5037"/>
                  </a:lnTo>
                  <a:close/>
                  <a:moveTo>
                    <a:pt x="5852" y="3918"/>
                  </a:moveTo>
                  <a:lnTo>
                    <a:pt x="7448" y="4823"/>
                  </a:lnTo>
                  <a:lnTo>
                    <a:pt x="7448" y="6668"/>
                  </a:lnTo>
                  <a:lnTo>
                    <a:pt x="5852" y="7573"/>
                  </a:lnTo>
                  <a:lnTo>
                    <a:pt x="4257" y="6668"/>
                  </a:lnTo>
                  <a:lnTo>
                    <a:pt x="4257" y="4823"/>
                  </a:lnTo>
                  <a:lnTo>
                    <a:pt x="5852" y="3918"/>
                  </a:lnTo>
                  <a:close/>
                  <a:moveTo>
                    <a:pt x="7448" y="7061"/>
                  </a:moveTo>
                  <a:lnTo>
                    <a:pt x="7448" y="8490"/>
                  </a:lnTo>
                  <a:cubicBezTo>
                    <a:pt x="7352" y="8442"/>
                    <a:pt x="6281" y="7835"/>
                    <a:pt x="6197" y="7776"/>
                  </a:cubicBezTo>
                  <a:lnTo>
                    <a:pt x="7448" y="7061"/>
                  </a:lnTo>
                  <a:close/>
                  <a:moveTo>
                    <a:pt x="4269" y="7073"/>
                  </a:moveTo>
                  <a:lnTo>
                    <a:pt x="5519" y="7787"/>
                  </a:lnTo>
                  <a:lnTo>
                    <a:pt x="4269" y="8502"/>
                  </a:lnTo>
                  <a:lnTo>
                    <a:pt x="4269" y="7073"/>
                  </a:lnTo>
                  <a:close/>
                  <a:moveTo>
                    <a:pt x="9376" y="5954"/>
                  </a:moveTo>
                  <a:lnTo>
                    <a:pt x="9960" y="6287"/>
                  </a:lnTo>
                  <a:cubicBezTo>
                    <a:pt x="10329" y="6490"/>
                    <a:pt x="10579" y="6835"/>
                    <a:pt x="10710" y="7252"/>
                  </a:cubicBezTo>
                  <a:cubicBezTo>
                    <a:pt x="10746" y="7430"/>
                    <a:pt x="10757" y="7609"/>
                    <a:pt x="10757" y="7787"/>
                  </a:cubicBezTo>
                  <a:cubicBezTo>
                    <a:pt x="10736" y="7786"/>
                    <a:pt x="10714" y="7785"/>
                    <a:pt x="10693" y="7785"/>
                  </a:cubicBezTo>
                  <a:cubicBezTo>
                    <a:pt x="10049" y="7785"/>
                    <a:pt x="9612" y="8474"/>
                    <a:pt x="9888" y="9085"/>
                  </a:cubicBezTo>
                  <a:cubicBezTo>
                    <a:pt x="9662" y="9190"/>
                    <a:pt x="9412" y="9249"/>
                    <a:pt x="9161" y="9249"/>
                  </a:cubicBezTo>
                  <a:cubicBezTo>
                    <a:pt x="8898" y="9249"/>
                    <a:pt x="8632" y="9184"/>
                    <a:pt x="8388" y="9038"/>
                  </a:cubicBezTo>
                  <a:cubicBezTo>
                    <a:pt x="8007" y="8811"/>
                    <a:pt x="8138" y="8907"/>
                    <a:pt x="7769" y="8692"/>
                  </a:cubicBezTo>
                  <a:lnTo>
                    <a:pt x="7769" y="6883"/>
                  </a:lnTo>
                  <a:lnTo>
                    <a:pt x="9376" y="5954"/>
                  </a:lnTo>
                  <a:close/>
                  <a:moveTo>
                    <a:pt x="10731" y="8111"/>
                  </a:moveTo>
                  <a:cubicBezTo>
                    <a:pt x="10841" y="8111"/>
                    <a:pt x="10950" y="8142"/>
                    <a:pt x="11043" y="8204"/>
                  </a:cubicBezTo>
                  <a:cubicBezTo>
                    <a:pt x="11484" y="8502"/>
                    <a:pt x="11329" y="9157"/>
                    <a:pt x="10841" y="9264"/>
                  </a:cubicBezTo>
                  <a:cubicBezTo>
                    <a:pt x="10802" y="9271"/>
                    <a:pt x="10764" y="9275"/>
                    <a:pt x="10726" y="9275"/>
                  </a:cubicBezTo>
                  <a:cubicBezTo>
                    <a:pt x="10276" y="9275"/>
                    <a:pt x="9982" y="8767"/>
                    <a:pt x="10246" y="8371"/>
                  </a:cubicBezTo>
                  <a:cubicBezTo>
                    <a:pt x="10358" y="8199"/>
                    <a:pt x="10545" y="8111"/>
                    <a:pt x="10731" y="8111"/>
                  </a:cubicBezTo>
                  <a:close/>
                  <a:moveTo>
                    <a:pt x="5852" y="7978"/>
                  </a:moveTo>
                  <a:cubicBezTo>
                    <a:pt x="6043" y="8097"/>
                    <a:pt x="7233" y="8764"/>
                    <a:pt x="7448" y="8883"/>
                  </a:cubicBezTo>
                  <a:lnTo>
                    <a:pt x="7448" y="9585"/>
                  </a:lnTo>
                  <a:cubicBezTo>
                    <a:pt x="7448" y="10466"/>
                    <a:pt x="6733" y="11181"/>
                    <a:pt x="5852" y="11181"/>
                  </a:cubicBezTo>
                  <a:cubicBezTo>
                    <a:pt x="4971" y="11181"/>
                    <a:pt x="4257" y="10466"/>
                    <a:pt x="4257" y="9585"/>
                  </a:cubicBezTo>
                  <a:lnTo>
                    <a:pt x="4257" y="8883"/>
                  </a:lnTo>
                  <a:lnTo>
                    <a:pt x="5852" y="7978"/>
                  </a:lnTo>
                  <a:close/>
                  <a:moveTo>
                    <a:pt x="5852" y="1"/>
                  </a:moveTo>
                  <a:cubicBezTo>
                    <a:pt x="4792" y="1"/>
                    <a:pt x="3935" y="870"/>
                    <a:pt x="3935" y="1918"/>
                  </a:cubicBezTo>
                  <a:lnTo>
                    <a:pt x="3935" y="2430"/>
                  </a:lnTo>
                  <a:cubicBezTo>
                    <a:pt x="3649" y="2263"/>
                    <a:pt x="3757" y="2322"/>
                    <a:pt x="3483" y="2180"/>
                  </a:cubicBezTo>
                  <a:cubicBezTo>
                    <a:pt x="3183" y="2005"/>
                    <a:pt x="2854" y="1922"/>
                    <a:pt x="2529" y="1922"/>
                  </a:cubicBezTo>
                  <a:cubicBezTo>
                    <a:pt x="2235" y="1922"/>
                    <a:pt x="1945" y="1990"/>
                    <a:pt x="1685" y="2120"/>
                  </a:cubicBezTo>
                  <a:cubicBezTo>
                    <a:pt x="1491" y="1915"/>
                    <a:pt x="1256" y="1827"/>
                    <a:pt x="1027" y="1827"/>
                  </a:cubicBezTo>
                  <a:cubicBezTo>
                    <a:pt x="497" y="1827"/>
                    <a:pt x="0" y="2303"/>
                    <a:pt x="125" y="2918"/>
                  </a:cubicBezTo>
                  <a:cubicBezTo>
                    <a:pt x="185" y="3215"/>
                    <a:pt x="375" y="3454"/>
                    <a:pt x="625" y="3573"/>
                  </a:cubicBezTo>
                  <a:cubicBezTo>
                    <a:pt x="530" y="4335"/>
                    <a:pt x="887" y="5109"/>
                    <a:pt x="1578" y="5501"/>
                  </a:cubicBezTo>
                  <a:cubicBezTo>
                    <a:pt x="1816" y="5644"/>
                    <a:pt x="1744" y="5597"/>
                    <a:pt x="1983" y="5728"/>
                  </a:cubicBezTo>
                  <a:lnTo>
                    <a:pt x="1578" y="5954"/>
                  </a:lnTo>
                  <a:cubicBezTo>
                    <a:pt x="982" y="6299"/>
                    <a:pt x="613" y="6942"/>
                    <a:pt x="613" y="7633"/>
                  </a:cubicBezTo>
                  <a:cubicBezTo>
                    <a:pt x="613" y="8633"/>
                    <a:pt x="1375" y="9466"/>
                    <a:pt x="2375" y="9538"/>
                  </a:cubicBezTo>
                  <a:lnTo>
                    <a:pt x="2387" y="9538"/>
                  </a:lnTo>
                  <a:cubicBezTo>
                    <a:pt x="2471" y="9538"/>
                    <a:pt x="2554" y="9478"/>
                    <a:pt x="2554" y="9395"/>
                  </a:cubicBezTo>
                  <a:cubicBezTo>
                    <a:pt x="2566" y="9300"/>
                    <a:pt x="2495" y="9216"/>
                    <a:pt x="2399" y="9216"/>
                  </a:cubicBezTo>
                  <a:cubicBezTo>
                    <a:pt x="1578" y="9145"/>
                    <a:pt x="959" y="8454"/>
                    <a:pt x="959" y="7633"/>
                  </a:cubicBezTo>
                  <a:cubicBezTo>
                    <a:pt x="959" y="7073"/>
                    <a:pt x="1268" y="6537"/>
                    <a:pt x="1756" y="6252"/>
                  </a:cubicBezTo>
                  <a:lnTo>
                    <a:pt x="2340" y="5918"/>
                  </a:lnTo>
                  <a:lnTo>
                    <a:pt x="3947" y="6847"/>
                  </a:lnTo>
                  <a:lnTo>
                    <a:pt x="3947" y="8657"/>
                  </a:lnTo>
                  <a:cubicBezTo>
                    <a:pt x="3411" y="8954"/>
                    <a:pt x="3280" y="9061"/>
                    <a:pt x="3030" y="9157"/>
                  </a:cubicBezTo>
                  <a:cubicBezTo>
                    <a:pt x="2935" y="9180"/>
                    <a:pt x="2887" y="9276"/>
                    <a:pt x="2911" y="9359"/>
                  </a:cubicBezTo>
                  <a:cubicBezTo>
                    <a:pt x="2932" y="9443"/>
                    <a:pt x="3008" y="9480"/>
                    <a:pt x="3082" y="9480"/>
                  </a:cubicBezTo>
                  <a:cubicBezTo>
                    <a:pt x="3093" y="9480"/>
                    <a:pt x="3103" y="9480"/>
                    <a:pt x="3114" y="9478"/>
                  </a:cubicBezTo>
                  <a:cubicBezTo>
                    <a:pt x="3423" y="9395"/>
                    <a:pt x="3578" y="9252"/>
                    <a:pt x="3947" y="9061"/>
                  </a:cubicBezTo>
                  <a:lnTo>
                    <a:pt x="3947" y="9573"/>
                  </a:lnTo>
                  <a:cubicBezTo>
                    <a:pt x="3947" y="10621"/>
                    <a:pt x="4816" y="11490"/>
                    <a:pt x="5864" y="11490"/>
                  </a:cubicBezTo>
                  <a:cubicBezTo>
                    <a:pt x="6924" y="11490"/>
                    <a:pt x="7793" y="10621"/>
                    <a:pt x="7793" y="9573"/>
                  </a:cubicBezTo>
                  <a:lnTo>
                    <a:pt x="7793" y="9085"/>
                  </a:lnTo>
                  <a:cubicBezTo>
                    <a:pt x="8269" y="9347"/>
                    <a:pt x="8591" y="9585"/>
                    <a:pt x="9186" y="9585"/>
                  </a:cubicBezTo>
                  <a:cubicBezTo>
                    <a:pt x="9495" y="9585"/>
                    <a:pt x="9829" y="9514"/>
                    <a:pt x="10115" y="9359"/>
                  </a:cubicBezTo>
                  <a:cubicBezTo>
                    <a:pt x="10277" y="9521"/>
                    <a:pt x="10500" y="9615"/>
                    <a:pt x="10736" y="9615"/>
                  </a:cubicBezTo>
                  <a:cubicBezTo>
                    <a:pt x="10794" y="9615"/>
                    <a:pt x="10853" y="9609"/>
                    <a:pt x="10912" y="9597"/>
                  </a:cubicBezTo>
                  <a:cubicBezTo>
                    <a:pt x="11781" y="9419"/>
                    <a:pt x="11912" y="8216"/>
                    <a:pt x="11091" y="7847"/>
                  </a:cubicBezTo>
                  <a:cubicBezTo>
                    <a:pt x="11162" y="7121"/>
                    <a:pt x="10805" y="6371"/>
                    <a:pt x="10138" y="5990"/>
                  </a:cubicBezTo>
                  <a:cubicBezTo>
                    <a:pt x="9900" y="5847"/>
                    <a:pt x="9972" y="5894"/>
                    <a:pt x="9734" y="5763"/>
                  </a:cubicBezTo>
                  <a:lnTo>
                    <a:pt x="10138" y="5537"/>
                  </a:lnTo>
                  <a:cubicBezTo>
                    <a:pt x="11067" y="5013"/>
                    <a:pt x="11377" y="3823"/>
                    <a:pt x="10853" y="2906"/>
                  </a:cubicBezTo>
                  <a:cubicBezTo>
                    <a:pt x="10507" y="2311"/>
                    <a:pt x="9876" y="1941"/>
                    <a:pt x="9174" y="1941"/>
                  </a:cubicBezTo>
                  <a:cubicBezTo>
                    <a:pt x="8471" y="1941"/>
                    <a:pt x="8067" y="2311"/>
                    <a:pt x="7769" y="2442"/>
                  </a:cubicBezTo>
                  <a:cubicBezTo>
                    <a:pt x="7757" y="2025"/>
                    <a:pt x="7805" y="1834"/>
                    <a:pt x="7733" y="1525"/>
                  </a:cubicBezTo>
                  <a:cubicBezTo>
                    <a:pt x="7711" y="1438"/>
                    <a:pt x="7640" y="1380"/>
                    <a:pt x="7546" y="1380"/>
                  </a:cubicBezTo>
                  <a:cubicBezTo>
                    <a:pt x="7537" y="1380"/>
                    <a:pt x="7528" y="1381"/>
                    <a:pt x="7519" y="1382"/>
                  </a:cubicBezTo>
                  <a:cubicBezTo>
                    <a:pt x="7436" y="1406"/>
                    <a:pt x="7376" y="1489"/>
                    <a:pt x="7388" y="1596"/>
                  </a:cubicBezTo>
                  <a:cubicBezTo>
                    <a:pt x="7448" y="1858"/>
                    <a:pt x="7412" y="2013"/>
                    <a:pt x="7436" y="2632"/>
                  </a:cubicBezTo>
                  <a:lnTo>
                    <a:pt x="5840" y="3549"/>
                  </a:lnTo>
                  <a:lnTo>
                    <a:pt x="4245" y="2632"/>
                  </a:lnTo>
                  <a:lnTo>
                    <a:pt x="4245" y="1941"/>
                  </a:lnTo>
                  <a:cubicBezTo>
                    <a:pt x="4245" y="1060"/>
                    <a:pt x="4959" y="346"/>
                    <a:pt x="5840" y="346"/>
                  </a:cubicBezTo>
                  <a:cubicBezTo>
                    <a:pt x="6364" y="346"/>
                    <a:pt x="6840" y="596"/>
                    <a:pt x="7150" y="1025"/>
                  </a:cubicBezTo>
                  <a:cubicBezTo>
                    <a:pt x="7186" y="1076"/>
                    <a:pt x="7241" y="1100"/>
                    <a:pt x="7294" y="1100"/>
                  </a:cubicBezTo>
                  <a:cubicBezTo>
                    <a:pt x="7328" y="1100"/>
                    <a:pt x="7360" y="1091"/>
                    <a:pt x="7388" y="1072"/>
                  </a:cubicBezTo>
                  <a:cubicBezTo>
                    <a:pt x="7459" y="1013"/>
                    <a:pt x="7471" y="906"/>
                    <a:pt x="7436" y="834"/>
                  </a:cubicBezTo>
                  <a:cubicBezTo>
                    <a:pt x="7078" y="310"/>
                    <a:pt x="6483" y="1"/>
                    <a:pt x="585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BF7EB21-326B-5B5E-440D-4345DA9BC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83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p67"/>
          <p:cNvSpPr txBox="1">
            <a:spLocks noGrp="1"/>
          </p:cNvSpPr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cxnSp>
        <p:nvCxnSpPr>
          <p:cNvPr id="2154" name="Google Shape;2154;p67"/>
          <p:cNvCxnSpPr/>
          <p:nvPr/>
        </p:nvCxnSpPr>
        <p:spPr>
          <a:xfrm>
            <a:off x="3190500" y="3203297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231</Words>
  <Application>Microsoft Office PowerPoint</Application>
  <PresentationFormat>On-screen Show (16:9)</PresentationFormat>
  <Paragraphs>46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Montserrat</vt:lpstr>
      <vt:lpstr>Montserrat ExtraLight</vt:lpstr>
      <vt:lpstr>Montserrat ExtraBold</vt:lpstr>
      <vt:lpstr>Arial</vt:lpstr>
      <vt:lpstr>Futuristic Background by Slidesgo</vt:lpstr>
      <vt:lpstr>Articula</vt:lpstr>
      <vt:lpstr>Problem</vt:lpstr>
      <vt:lpstr>DSA Platforms Test the Answer Interviews Test the Candidate. </vt:lpstr>
      <vt:lpstr>Architecture</vt:lpstr>
      <vt:lpstr>Architecture Choices </vt:lpstr>
      <vt:lpstr>Solution</vt:lpstr>
      <vt:lpstr>An AI Interview Simulator for DSA Preparation</vt:lpstr>
      <vt:lpstr>Testing</vt:lpstr>
      <vt:lpstr>Critical Testing Scenarios</vt:lpstr>
      <vt:lpstr> Agentic AI</vt:lpstr>
      <vt:lpstr>PowerPoint Presentation</vt:lpstr>
      <vt:lpstr> Design Tradeoffs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Dhruv Jain3</cp:lastModifiedBy>
  <cp:revision>3</cp:revision>
  <dcterms:modified xsi:type="dcterms:W3CDTF">2026-09-07T08:49:54Z</dcterms:modified>
</cp:coreProperties>
</file>